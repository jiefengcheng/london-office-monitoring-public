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0d376bd82034223" /><Relationship Type="http://schemas.openxmlformats.org/officeDocument/2006/relationships/extended-properties" Target="/docProps/app.xml" Id="R72aacf15a380431e" /><Relationship Type="http://schemas.openxmlformats.org/officeDocument/2006/relationships/officeDocument" Target="/ppt/presentation.xml" Id="Re8de10b0854f402f" /></Relationships>
</file>

<file path=ppt/presentation.xml><?xml version="1.0" encoding="utf-8"?>
<p:presentation xmlns:p="http://schemas.openxmlformats.org/presentationml/2006/main">
  <p:sldMasterIdLst>
    <p:sldMasterId xmlns:r="http://schemas.openxmlformats.org/officeDocument/2006/relationships" id="2147483648" r:id="Rddcfa6f6e3e44e15"/>
  </p:sldMasterIdLst>
  <p:notesMasterIdLst>
    <p:notesMasterId xmlns:r="http://schemas.openxmlformats.org/officeDocument/2006/relationships" r:id="R3b3f7832b91f4100"/>
  </p:notesMasterIdLst>
  <p:sldIdLst>
    <p:sldId xmlns:r="http://schemas.openxmlformats.org/officeDocument/2006/relationships" id="256" r:id="R0f149e7a92af4ccb"/>
    <p:sldId xmlns:r="http://schemas.openxmlformats.org/officeDocument/2006/relationships" id="257" r:id="R9deda41c663d4d0c"/>
    <p:sldId xmlns:r="http://schemas.openxmlformats.org/officeDocument/2006/relationships" id="258" r:id="Rce9e0626773043a9"/>
    <p:sldId xmlns:r="http://schemas.openxmlformats.org/officeDocument/2006/relationships" id="259" r:id="Re8166e9803cc48d0"/>
    <p:sldId xmlns:r="http://schemas.openxmlformats.org/officeDocument/2006/relationships" id="260" r:id="R280605f365d84e5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c0e0b2110745a9" /><Relationship Type="http://schemas.openxmlformats.org/officeDocument/2006/relationships/slideMaster" Target="/ppt/slideMasters/slideMaster1.xml" Id="Rddcfa6f6e3e44e15" /><Relationship Type="http://schemas.openxmlformats.org/officeDocument/2006/relationships/notesMaster" Target="/ppt/notesMasters/notesMaster1.xml" Id="R3b3f7832b91f4100" /><Relationship Type="http://schemas.openxmlformats.org/officeDocument/2006/relationships/presProps" Target="/ppt/presProps.xml" Id="R305b962abcf14d08" /><Relationship Type="http://schemas.openxmlformats.org/officeDocument/2006/relationships/tableStyles" Target="/ppt/tableStyles.xml" Id="R7eccca70bc834a60" /><Relationship Type="http://schemas.openxmlformats.org/officeDocument/2006/relationships/slide" Target="/ppt/slides/slide1.xml" Id="R0f149e7a92af4ccb" /><Relationship Type="http://schemas.openxmlformats.org/officeDocument/2006/relationships/slide" Target="/ppt/slides/slide2.xml" Id="R9deda41c663d4d0c" /><Relationship Type="http://schemas.openxmlformats.org/officeDocument/2006/relationships/slide" Target="/ppt/slides/slide3.xml" Id="Rce9e0626773043a9" /><Relationship Type="http://schemas.openxmlformats.org/officeDocument/2006/relationships/slide" Target="/ppt/slides/slide4.xml" Id="Re8166e9803cc48d0" /><Relationship Type="http://schemas.openxmlformats.org/officeDocument/2006/relationships/slide" Target="/ppt/slides/slide5.xml" Id="R280605f365d84e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676eaa8dd544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eeb83e8dfc4230" /><Relationship Type="http://schemas.openxmlformats.org/officeDocument/2006/relationships/notesMaster" Target="/ppt/notesMasters/notesMaster1.xml" Id="R70291eebc5ce42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466256f3c74daa" /><Relationship Type="http://schemas.openxmlformats.org/officeDocument/2006/relationships/notesMaster" Target="/ppt/notesMasters/notesMaster1.xml" Id="R6daa9376602040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b1b4bc87d741cc" /><Relationship Type="http://schemas.openxmlformats.org/officeDocument/2006/relationships/notesMaster" Target="/ppt/notesMasters/notesMaster1.xml" Id="R8deeaa0f242549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d5d219a66a479a" /><Relationship Type="http://schemas.openxmlformats.org/officeDocument/2006/relationships/notesMaster" Target="/ppt/notesMasters/notesMaster1.xml" Id="R1d3dcf154c3041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c593cb6c344ba6" /><Relationship Type="http://schemas.openxmlformats.org/officeDocument/2006/relationships/notesMaster" Target="/ppt/notesMasters/notesMaster1.xml" Id="R06da2f8143e54e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overview. The deliverable is a standalone Python CLI, a curated historical fixture, optional model adapters, evaluation tools and public documentation. Core operation uses Python 3.10+ and the standard library. Apple needs its optional SDK and a supported Mac. The fixture has 39 facts, 20 source records and 10 coverage records. It is selective research dated 27 October 2026. No live ingestion, vector database, graph infrastructure or model training is required. Repository: https://github.com/jiefengcheng/london-office-monitoring-public/tree/codex/publication-candidate . Architecture: docs/user/ARCHITECTURE.md at source commit 983c08bb07110a0ad5816c6f1e06f03373a4fe4e.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summarises the implemented cycle in agent_loop.py. The selected provider proposes one tool action or an answer selection. The host checks arguments, runs the tool and records the result. A next provider step receives the observation and scoped state. A final answer selection must reference observed evidence and pass the strict schema and reference checks. Python renders values, calculations, source links, locators and qualifications. The dashed return denotes another provider step, rather than persistent autonomous execution. The default turn budget is 12 provider steps. CLI commands include /state, /new and /quit. Greetings have a local deterministic path. Apple uses the official Python SDK via an isolated worker. Source: agent_loop.py, agent_protocol.py, providers.py, apple_provider.py, apple_worker.py and docs/user/ARCHITECTURE.md at commit 983c08b.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map follows the current repository rather than the earlier four-tool proposal. agent_tools.py exposes search_facts, get_fact, compare_facts, get_source and coverage_gap as validated JSON operations. It reuses query.py fact lookup and conservative time-series comparison and binds values in its additional SQLite queries. agent_protocol.py describes provider decisions and answer selections. contract_validation.py and contracts/ enforce the shared tool contract. agent_skills/ contains application-owned task guidance rather than a general plugin ecosystem. The fixture directory also contains chat_cases.json, which supplies prompts and reference expectations to evaluation tooling. Those expectations are not passed to the model. Source: repository tree and docs/user/ARCHITECTURE.md at commit 983c08b.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evidence record is a traceable account of what an identified source reported, preserving scope, date and evidential status. Unknown source dates remain unknown. The database build step stays outside the model runtime. Facts F01 and F02 report Central London vacancy 7.4% at 31 March 2026 and 7.2% at 30 June 2026. The checked difference is −0.2 percentage points or −20 basis points. S01: https://www.savills.co.uk/research_articles/229130/390337-0 . S02: https://www.savills.co.uk/research_articles/229130/393427-0 . Locator: Supply and vacancy, named geography paragraph. Publisher-defined geography is not interchangeable with another broker series. Missing Q3 facts do not imply zero market activity. Other designed constraints preserve a growth rate versus a rent level, forecast versus completion, ERV versus floor area and floor-level EPC versus whole-building rating. A completed, pre-let project does not establish speculative availability. See docs/user/EVIDENCE.md, docs/user/AGENTIC_QA.md and the immutable fixture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from the public repository root. Python 3.10+ with venv/pip is required, with 3.12 recommended. Choose a provider before installing. Core has no third-party runtime dependency. The Apple profile requires compatible native macOS, Apple Intelligence readiness, Xcode/SDK setup and the pinned optional apple-fm-sdk. OpenAI uses the Responses API and local model/key settings. It has a separate live verification boundary. The local Responses simulator exercises real HTTP/provider/agent integration using fixed decisions and explicitly cannot pass live acceptance. No automatic fallback occurs. To reproduce six conversations: python scripts/replay_cases.py --host python --provider apple --output output/my-six-cases-01.jsonl . Then python scripts/verify_replay.py output/my-six-cases-01.jsonl --report output/my-six-cases-01-pending.json . Inspect the answers and complete a separate worksheet before running check_cp5_review.py. Reference expectations are not model input. The recorded independent revised Python CP7 run used source 9970e1f, with 18 answered turns, 20 tool calls and zero errors. The completed human worksheet accepted usefulness and qualifications in that bounded run. Later code changes and future model invocations need their own checks. Historical replay uses a disposable local database, deduplicates already reviewed records and preserves old forecasts, with no live source polling. Source: docs/user/REPRODUCING.md and docs/user/EVIDENCE.md at commit 983c08b. Public repository: https://github.com/jiefengcheng/london-office-monitoring-public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0096969b5f495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32f676b5955494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ea169c766254a5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b373ca487564eb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d0c8903c3444be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ad1ec780b7e49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584D8F-8F12-403B-B034-8FDD8D11DD8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360F873-56C3-42CC-AFB2-951DB7F5334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3B8A113-518A-48E8-84C2-EBB17D9FEDF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A3A085-82A0-4064-90A4-90B1DAED7E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98E008F-1F70-414A-9716-59AFD4C71D8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659A3F1-1F00-4292-96B1-9B0F8D7ACE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AE1DA9-BED8-4884-939D-2CE9B91E9A0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5554B2F-AB7C-4F07-A413-85F886D0620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616939-5005-45CA-A591-586C3DA9B1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C5EAB6D-1A66-49F0-8C71-4F30EAF276F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d7f8e96969e42fa" /><Relationship Type="http://schemas.openxmlformats.org/officeDocument/2006/relationships/slideLayout" Target="/ppt/slideLayouts/slideLayout1.xml" Id="R1282b5935df64d8c" /><Relationship Type="http://schemas.openxmlformats.org/officeDocument/2006/relationships/slideLayout" Target="/ppt/slideLayouts/slideLayout2.xml" Id="R8529fc9e809c4115" /><Relationship Type="http://schemas.openxmlformats.org/officeDocument/2006/relationships/slideLayout" Target="/ppt/slideLayouts/slideLayout3.xml" Id="Rf34472d3a4014266" /><Relationship Type="http://schemas.openxmlformats.org/officeDocument/2006/relationships/slideLayout" Target="/ppt/slideLayouts/slideLayout4.xml" Id="R9cbac1f71ad54349" /><Relationship Type="http://schemas.openxmlformats.org/officeDocument/2006/relationships/slideLayout" Target="/ppt/slideLayouts/slideLayout5.xml" Id="Re85eb0b504d74b2f" /><Relationship Type="http://schemas.openxmlformats.org/officeDocument/2006/relationships/slideLayout" Target="/ppt/slideLayouts/slideLayout6.xml" Id="Rfc23256ccfe8433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82b5935df64d8c"/>
    <p:sldLayoutId xmlns:r="http://schemas.openxmlformats.org/officeDocument/2006/relationships" id="2147483650" r:id="R8529fc9e809c4115"/>
    <p:sldLayoutId xmlns:r="http://schemas.openxmlformats.org/officeDocument/2006/relationships" id="2147483651" r:id="Rf34472d3a4014266"/>
    <p:sldLayoutId xmlns:r="http://schemas.openxmlformats.org/officeDocument/2006/relationships" id="2147483652" r:id="R9cbac1f71ad54349"/>
    <p:sldLayoutId xmlns:r="http://schemas.openxmlformats.org/officeDocument/2006/relationships" id="2147483653" r:id="Re85eb0b504d74b2f"/>
    <p:sldLayoutId xmlns:r="http://schemas.openxmlformats.org/officeDocument/2006/relationships" id="2147483654" r:id="Rfc23256ccfe8433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66b3c1a63c14b1e" /><Relationship Type="http://schemas.openxmlformats.org/officeDocument/2006/relationships/notesSlide" Target="/ppt/notesSlides/notesSlide1.xml" Id="R035240b5590f40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9bb8559219e4fd5" /><Relationship Type="http://schemas.openxmlformats.org/officeDocument/2006/relationships/notesSlide" Target="/ppt/notesSlides/notesSlide2.xml" Id="Rde675ad7293148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ee5bf377da9469b" /><Relationship Type="http://schemas.openxmlformats.org/officeDocument/2006/relationships/notesSlide" Target="/ppt/notesSlides/notesSlide3.xml" Id="R52f8b6c8e02d409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bfd8b1ff3d94efb" /><Relationship Type="http://schemas.openxmlformats.org/officeDocument/2006/relationships/notesSlide" Target="/ppt/notesSlides/notesSlide4.xml" Id="Rf0ddefeec8654c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2b7ecbb4f3b4d1e" /><Relationship Type="http://schemas.openxmlformats.org/officeDocument/2006/relationships/notesSlide" Target="/ppt/notesSlides/notesSlide5.xml" Id="Re8ad79ddfab2435c" /></Relationships>
</file>

<file path=ppt/slides/slide1.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2B2C5CE-F487-4D0A-BDB1-3233DD812076}"/>
              </a:ext>
            </a:extLst>
          </p:cNvPr>
          <p:cNvSpPr>
            <a:spLocks xmlns:a="http://schemas.openxmlformats.org/drawingml/2006/main" noGrp="1"/>
          </p:cNvSpPr>
          <p:nvPr/>
        </p:nvSpPr>
        <p:spPr>
          <a:xfrm xmlns:a="http://schemas.openxmlformats.org/drawingml/2006/main">
            <a:off x="666750" y="4572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London Office Monitoring</a:t>
            </a:r>
          </a:p>
        </p:txBody>
      </p:sp>
      <p:sp>
        <p:nvSpPr>
          <p:cNvPr id="2" name="">
            <a:extLst xmlns:a="http://schemas.openxmlformats.org/drawingml/2006/main">
              <a:ext uri="{FF2B5EF4-FFF2-40B4-BE49-F238E27FC236}">
                <a16:creationId xmlns:a16="http://schemas.microsoft.com/office/drawing/2014/main" id="{4C5EC3A2-B033-4D0F-B314-49701148263E}"/>
              </a:ext>
            </a:extLst>
          </p:cNvPr>
          <p:cNvSpPr>
            <a:spLocks xmlns:a="http://schemas.openxmlformats.org/drawingml/2006/main" noGrp="1"/>
          </p:cNvSpPr>
          <p:nvPr/>
        </p:nvSpPr>
        <p:spPr>
          <a:xfrm xmlns:a="http://schemas.openxmlformats.org/drawingml/2006/main">
            <a:off x="666750" y="63341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771"/>
                </a:solidFill>
                <a:latin typeface="Arial"/>
                <a:ea typeface="Arial"/>
                <a:cs typeface="Arial"/>
              </a:defRPr>
            </a:defPPr>
            <a:lvl1pPr>
              <a:defRPr sz="1275" b="0">
                <a:solidFill>
                  <a:srgbClr val="526771"/>
                </a:solidFill>
                <a:latin typeface="Arial"/>
                <a:ea typeface="Arial"/>
                <a:cs typeface="Arial"/>
              </a:defRPr>
            </a:lvl1pPr>
            <a:lvl2pPr>
              <a:defRPr sz="1275" b="0">
                <a:solidFill>
                  <a:srgbClr val="526771"/>
                </a:solidFill>
                <a:latin typeface="Arial"/>
                <a:ea typeface="Arial"/>
                <a:cs typeface="Arial"/>
              </a:defRPr>
            </a:lvl2pPr>
            <a:lvl3pPr>
              <a:defRPr sz="1275" b="0">
                <a:solidFill>
                  <a:srgbClr val="526771"/>
                </a:solidFill>
                <a:latin typeface="Arial"/>
                <a:ea typeface="Arial"/>
                <a:cs typeface="Arial"/>
              </a:defRPr>
            </a:lvl3pPr>
            <a:lvl4pPr>
              <a:defRPr sz="1275" b="0">
                <a:solidFill>
                  <a:srgbClr val="526771"/>
                </a:solidFill>
                <a:latin typeface="Arial"/>
                <a:ea typeface="Arial"/>
                <a:cs typeface="Arial"/>
              </a:defRPr>
            </a:lvl4pPr>
            <a:lvl5pPr>
              <a:defRPr sz="1275" b="0">
                <a:solidFill>
                  <a:srgbClr val="526771"/>
                </a:solidFill>
                <a:latin typeface="Arial"/>
                <a:ea typeface="Arial"/>
                <a:cs typeface="Arial"/>
              </a:defRPr>
            </a:lvl5pPr>
            <a:lvl6pPr>
              <a:defRPr sz="1275" b="0">
                <a:solidFill>
                  <a:srgbClr val="526771"/>
                </a:solidFill>
                <a:latin typeface="Arial"/>
                <a:ea typeface="Arial"/>
                <a:cs typeface="Arial"/>
              </a:defRPr>
            </a:lvl6pPr>
            <a:lvl7pPr>
              <a:defRPr sz="1275" b="0">
                <a:solidFill>
                  <a:srgbClr val="526771"/>
                </a:solidFill>
                <a:latin typeface="Arial"/>
                <a:ea typeface="Arial"/>
                <a:cs typeface="Arial"/>
              </a:defRPr>
            </a:lvl7pPr>
            <a:lvl8pPr>
              <a:defRPr sz="1275" b="0">
                <a:solidFill>
                  <a:srgbClr val="526771"/>
                </a:solidFill>
                <a:latin typeface="Arial"/>
                <a:ea typeface="Arial"/>
                <a:cs typeface="Arial"/>
              </a:defRPr>
            </a:lvl8pPr>
            <a:lvl9pPr>
              <a:defRPr sz="1275" b="0">
                <a:solidFill>
                  <a:srgbClr val="526771"/>
                </a:solidFill>
                <a:latin typeface="Arial"/>
                <a:ea typeface="Arial"/>
                <a:cs typeface="Arial"/>
              </a:defRPr>
            </a:lvl9pPr>
          </a:lstStyle>
          <a:p xmlns:a="http://schemas.openxmlformats.org/drawingml/2006/main">
            <a:pPr>
              <a:defRPr sz="1275" b="0">
                <a:solidFill>
                  <a:srgbClr val="526771"/>
                </a:solidFill>
                <a:latin typeface="Arial"/>
                <a:ea typeface="Arial"/>
                <a:cs typeface="Arial"/>
              </a:defRPr>
            </a:pPr>
            <a:r>
              <a:rPr sz="1275" b="0">
                <a:solidFill>
                  <a:srgbClr val="526771"/>
                </a:solidFill>
                <a:latin typeface="Arial"/>
                <a:ea typeface="Arial"/>
                <a:cs typeface="Arial"/>
              </a:rPr>
              <a:t>London Office Monitoring   /   Engineering delivery</a:t>
            </a:r>
          </a:p>
        </p:txBody>
      </p:sp>
      <p:sp>
        <p:nvSpPr>
          <p:cNvPr id="3" name="">
            <a:extLst xmlns:a="http://schemas.openxmlformats.org/drawingml/2006/main">
              <a:ext uri="{FF2B5EF4-FFF2-40B4-BE49-F238E27FC236}">
                <a16:creationId xmlns:a16="http://schemas.microsoft.com/office/drawing/2014/main" id="{D101AB9E-9E44-4950-ACCE-92857F7629C2}"/>
              </a:ext>
            </a:extLst>
          </p:cNvPr>
          <p:cNvSpPr>
            <a:spLocks xmlns:a="http://schemas.openxmlformats.org/drawingml/2006/main" noGrp="1"/>
          </p:cNvSpPr>
          <p:nvPr/>
        </p:nvSpPr>
        <p:spPr>
          <a:xfrm xmlns:a="http://schemas.openxmlformats.org/drawingml/2006/main">
            <a:off x="11049000" y="63341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771"/>
                </a:solidFill>
                <a:latin typeface="Arial"/>
                <a:ea typeface="Arial"/>
                <a:cs typeface="Arial"/>
              </a:defRPr>
            </a:defPPr>
            <a:lvl1pPr>
              <a:defRPr sz="1275" b="0">
                <a:solidFill>
                  <a:srgbClr val="526771"/>
                </a:solidFill>
                <a:latin typeface="Arial"/>
                <a:ea typeface="Arial"/>
                <a:cs typeface="Arial"/>
              </a:defRPr>
            </a:lvl1pPr>
            <a:lvl2pPr>
              <a:defRPr sz="1275" b="0">
                <a:solidFill>
                  <a:srgbClr val="526771"/>
                </a:solidFill>
                <a:latin typeface="Arial"/>
                <a:ea typeface="Arial"/>
                <a:cs typeface="Arial"/>
              </a:defRPr>
            </a:lvl2pPr>
            <a:lvl3pPr>
              <a:defRPr sz="1275" b="0">
                <a:solidFill>
                  <a:srgbClr val="526771"/>
                </a:solidFill>
                <a:latin typeface="Arial"/>
                <a:ea typeface="Arial"/>
                <a:cs typeface="Arial"/>
              </a:defRPr>
            </a:lvl3pPr>
            <a:lvl4pPr>
              <a:defRPr sz="1275" b="0">
                <a:solidFill>
                  <a:srgbClr val="526771"/>
                </a:solidFill>
                <a:latin typeface="Arial"/>
                <a:ea typeface="Arial"/>
                <a:cs typeface="Arial"/>
              </a:defRPr>
            </a:lvl4pPr>
            <a:lvl5pPr>
              <a:defRPr sz="1275" b="0">
                <a:solidFill>
                  <a:srgbClr val="526771"/>
                </a:solidFill>
                <a:latin typeface="Arial"/>
                <a:ea typeface="Arial"/>
                <a:cs typeface="Arial"/>
              </a:defRPr>
            </a:lvl5pPr>
            <a:lvl6pPr>
              <a:defRPr sz="1275" b="0">
                <a:solidFill>
                  <a:srgbClr val="526771"/>
                </a:solidFill>
                <a:latin typeface="Arial"/>
                <a:ea typeface="Arial"/>
                <a:cs typeface="Arial"/>
              </a:defRPr>
            </a:lvl6pPr>
            <a:lvl7pPr>
              <a:defRPr sz="1275" b="0">
                <a:solidFill>
                  <a:srgbClr val="526771"/>
                </a:solidFill>
                <a:latin typeface="Arial"/>
                <a:ea typeface="Arial"/>
                <a:cs typeface="Arial"/>
              </a:defRPr>
            </a:lvl7pPr>
            <a:lvl8pPr>
              <a:defRPr sz="1275" b="0">
                <a:solidFill>
                  <a:srgbClr val="526771"/>
                </a:solidFill>
                <a:latin typeface="Arial"/>
                <a:ea typeface="Arial"/>
                <a:cs typeface="Arial"/>
              </a:defRPr>
            </a:lvl8pPr>
            <a:lvl9pPr>
              <a:defRPr sz="1275" b="0">
                <a:solidFill>
                  <a:srgbClr val="526771"/>
                </a:solidFill>
                <a:latin typeface="Arial"/>
                <a:ea typeface="Arial"/>
                <a:cs typeface="Arial"/>
              </a:defRPr>
            </a:lvl9pPr>
          </a:lstStyle>
          <a:p xmlns:a="http://schemas.openxmlformats.org/drawingml/2006/main">
            <a:pPr>
              <a:defRPr sz="1275" b="0">
                <a:solidFill>
                  <a:srgbClr val="526771"/>
                </a:solidFill>
                <a:latin typeface="Arial"/>
                <a:ea typeface="Arial"/>
                <a:cs typeface="Arial"/>
              </a:defRPr>
            </a:pPr>
            <a:r>
              <a:rPr sz="1275" b="0">
                <a:solidFill>
                  <a:srgbClr val="526771"/>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A1EB413A-B3B3-4203-9CBB-95A686980AED}"/>
              </a:ext>
            </a:extLst>
          </p:cNvPr>
          <p:cNvSpPr>
            <a:spLocks xmlns:a="http://schemas.openxmlformats.org/drawingml/2006/main" noGrp="1"/>
          </p:cNvSpPr>
          <p:nvPr/>
        </p:nvSpPr>
        <p:spPr>
          <a:xfrm xmlns:a="http://schemas.openxmlformats.org/drawingml/2006/main">
            <a:off x="666750" y="1666875"/>
            <a:ext cx="1047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17313D"/>
                </a:solidFill>
                <a:latin typeface="Arial"/>
                <a:ea typeface="Arial"/>
                <a:cs typeface="Arial"/>
              </a:defRPr>
            </a:defPPr>
            <a:lvl1pPr>
              <a:defRPr sz="4650" b="1">
                <a:solidFill>
                  <a:srgbClr val="17313D"/>
                </a:solidFill>
                <a:latin typeface="Arial"/>
                <a:ea typeface="Arial"/>
                <a:cs typeface="Arial"/>
              </a:defRPr>
            </a:lvl1pPr>
            <a:lvl2pPr>
              <a:defRPr sz="4650" b="1">
                <a:solidFill>
                  <a:srgbClr val="17313D"/>
                </a:solidFill>
                <a:latin typeface="Arial"/>
                <a:ea typeface="Arial"/>
                <a:cs typeface="Arial"/>
              </a:defRPr>
            </a:lvl2pPr>
            <a:lvl3pPr>
              <a:defRPr sz="4650" b="1">
                <a:solidFill>
                  <a:srgbClr val="17313D"/>
                </a:solidFill>
                <a:latin typeface="Arial"/>
                <a:ea typeface="Arial"/>
                <a:cs typeface="Arial"/>
              </a:defRPr>
            </a:lvl3pPr>
            <a:lvl4pPr>
              <a:defRPr sz="4650" b="1">
                <a:solidFill>
                  <a:srgbClr val="17313D"/>
                </a:solidFill>
                <a:latin typeface="Arial"/>
                <a:ea typeface="Arial"/>
                <a:cs typeface="Arial"/>
              </a:defRPr>
            </a:lvl4pPr>
            <a:lvl5pPr>
              <a:defRPr sz="4650" b="1">
                <a:solidFill>
                  <a:srgbClr val="17313D"/>
                </a:solidFill>
                <a:latin typeface="Arial"/>
                <a:ea typeface="Arial"/>
                <a:cs typeface="Arial"/>
              </a:defRPr>
            </a:lvl5pPr>
            <a:lvl6pPr>
              <a:defRPr sz="4650" b="1">
                <a:solidFill>
                  <a:srgbClr val="17313D"/>
                </a:solidFill>
                <a:latin typeface="Arial"/>
                <a:ea typeface="Arial"/>
                <a:cs typeface="Arial"/>
              </a:defRPr>
            </a:lvl6pPr>
            <a:lvl7pPr>
              <a:defRPr sz="4650" b="1">
                <a:solidFill>
                  <a:srgbClr val="17313D"/>
                </a:solidFill>
                <a:latin typeface="Arial"/>
                <a:ea typeface="Arial"/>
                <a:cs typeface="Arial"/>
              </a:defRPr>
            </a:lvl7pPr>
            <a:lvl8pPr>
              <a:defRPr sz="4650" b="1">
                <a:solidFill>
                  <a:srgbClr val="17313D"/>
                </a:solidFill>
                <a:latin typeface="Arial"/>
                <a:ea typeface="Arial"/>
                <a:cs typeface="Arial"/>
              </a:defRPr>
            </a:lvl8pPr>
            <a:lvl9pPr>
              <a:defRPr sz="4650" b="1">
                <a:solidFill>
                  <a:srgbClr val="17313D"/>
                </a:solidFill>
                <a:latin typeface="Arial"/>
                <a:ea typeface="Arial"/>
                <a:cs typeface="Arial"/>
              </a:defRPr>
            </a:lvl9pPr>
          </a:lstStyle>
          <a:p xmlns:a="http://schemas.openxmlformats.org/drawingml/2006/main">
            <a:pPr>
              <a:defRPr sz="4650" b="1">
                <a:solidFill>
                  <a:srgbClr val="17313D"/>
                </a:solidFill>
                <a:latin typeface="Arial"/>
                <a:ea typeface="Arial"/>
                <a:cs typeface="Arial"/>
              </a:defRPr>
            </a:pPr>
            <a:r>
              <a:rPr sz="4650" b="1">
                <a:solidFill>
                  <a:srgbClr val="17313D"/>
                </a:solidFill>
                <a:latin typeface="Arial"/>
                <a:ea typeface="Arial"/>
                <a:cs typeface="Arial"/>
              </a:rPr>
              <a:t>An evidence-controlled</a:t>
            </a:r>
          </a:p>
          <a:p xmlns:a="http://schemas.openxmlformats.org/drawingml/2006/main">
            <a:pPr>
              <a:defRPr sz="4650" b="1">
                <a:solidFill>
                  <a:srgbClr val="17313D"/>
                </a:solidFill>
                <a:latin typeface="Arial"/>
                <a:ea typeface="Arial"/>
                <a:cs typeface="Arial"/>
              </a:defRPr>
            </a:pPr>
            <a:r>
              <a:rPr sz="4650" b="1">
                <a:solidFill>
                  <a:srgbClr val="17313D"/>
                </a:solidFill>
                <a:latin typeface="Arial"/>
                <a:ea typeface="Arial"/>
                <a:cs typeface="Arial"/>
              </a:rPr>
              <a:t>Python agent</a:t>
            </a:r>
          </a:p>
        </p:txBody>
      </p:sp>
      <p:sp>
        <p:nvSpPr>
          <p:cNvPr id="5" name="">
            <a:extLst xmlns:a="http://schemas.openxmlformats.org/drawingml/2006/main">
              <a:ext uri="{FF2B5EF4-FFF2-40B4-BE49-F238E27FC236}">
                <a16:creationId xmlns:a16="http://schemas.microsoft.com/office/drawing/2014/main" id="{9C499177-D372-4765-BD67-D3050B382107}"/>
              </a:ext>
            </a:extLst>
          </p:cNvPr>
          <p:cNvSpPr>
            <a:spLocks xmlns:a="http://schemas.openxmlformats.org/drawingml/2006/main" noGrp="1"/>
          </p:cNvSpPr>
          <p:nvPr/>
        </p:nvSpPr>
        <p:spPr>
          <a:xfrm xmlns:a="http://schemas.openxmlformats.org/drawingml/2006/main">
            <a:off x="714375" y="3476625"/>
            <a:ext cx="1019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526771"/>
                </a:solidFill>
                <a:latin typeface="Arial"/>
                <a:ea typeface="Arial"/>
                <a:cs typeface="Arial"/>
              </a:defRPr>
            </a:defPPr>
            <a:lvl1pPr>
              <a:defRPr sz="2325" b="0">
                <a:solidFill>
                  <a:srgbClr val="526771"/>
                </a:solidFill>
                <a:latin typeface="Arial"/>
                <a:ea typeface="Arial"/>
                <a:cs typeface="Arial"/>
              </a:defRPr>
            </a:lvl1pPr>
            <a:lvl2pPr>
              <a:defRPr sz="2325" b="0">
                <a:solidFill>
                  <a:srgbClr val="526771"/>
                </a:solidFill>
                <a:latin typeface="Arial"/>
                <a:ea typeface="Arial"/>
                <a:cs typeface="Arial"/>
              </a:defRPr>
            </a:lvl2pPr>
            <a:lvl3pPr>
              <a:defRPr sz="2325" b="0">
                <a:solidFill>
                  <a:srgbClr val="526771"/>
                </a:solidFill>
                <a:latin typeface="Arial"/>
                <a:ea typeface="Arial"/>
                <a:cs typeface="Arial"/>
              </a:defRPr>
            </a:lvl3pPr>
            <a:lvl4pPr>
              <a:defRPr sz="2325" b="0">
                <a:solidFill>
                  <a:srgbClr val="526771"/>
                </a:solidFill>
                <a:latin typeface="Arial"/>
                <a:ea typeface="Arial"/>
                <a:cs typeface="Arial"/>
              </a:defRPr>
            </a:lvl4pPr>
            <a:lvl5pPr>
              <a:defRPr sz="2325" b="0">
                <a:solidFill>
                  <a:srgbClr val="526771"/>
                </a:solidFill>
                <a:latin typeface="Arial"/>
                <a:ea typeface="Arial"/>
                <a:cs typeface="Arial"/>
              </a:defRPr>
            </a:lvl5pPr>
            <a:lvl6pPr>
              <a:defRPr sz="2325" b="0">
                <a:solidFill>
                  <a:srgbClr val="526771"/>
                </a:solidFill>
                <a:latin typeface="Arial"/>
                <a:ea typeface="Arial"/>
                <a:cs typeface="Arial"/>
              </a:defRPr>
            </a:lvl6pPr>
            <a:lvl7pPr>
              <a:defRPr sz="2325" b="0">
                <a:solidFill>
                  <a:srgbClr val="526771"/>
                </a:solidFill>
                <a:latin typeface="Arial"/>
                <a:ea typeface="Arial"/>
                <a:cs typeface="Arial"/>
              </a:defRPr>
            </a:lvl7pPr>
            <a:lvl8pPr>
              <a:defRPr sz="2325" b="0">
                <a:solidFill>
                  <a:srgbClr val="526771"/>
                </a:solidFill>
                <a:latin typeface="Arial"/>
                <a:ea typeface="Arial"/>
                <a:cs typeface="Arial"/>
              </a:defRPr>
            </a:lvl8pPr>
            <a:lvl9pPr>
              <a:defRPr sz="2325" b="0">
                <a:solidFill>
                  <a:srgbClr val="526771"/>
                </a:solidFill>
                <a:latin typeface="Arial"/>
                <a:ea typeface="Arial"/>
                <a:cs typeface="Arial"/>
              </a:defRPr>
            </a:lvl9pPr>
          </a:lstStyle>
          <a:p xmlns:a="http://schemas.openxmlformats.org/drawingml/2006/main">
            <a:pPr>
              <a:defRPr sz="2325" b="0">
                <a:solidFill>
                  <a:srgbClr val="526771"/>
                </a:solidFill>
                <a:latin typeface="Arial"/>
                <a:ea typeface="Arial"/>
                <a:cs typeface="Arial"/>
              </a:defRPr>
            </a:pPr>
            <a:r>
              <a:rPr sz="2325" b="0">
                <a:solidFill>
                  <a:srgbClr val="526771"/>
                </a:solidFill>
                <a:latin typeface="Arial"/>
                <a:ea typeface="Arial"/>
                <a:cs typeface="Arial"/>
              </a:rPr>
              <a:t>The model chooses the next evidence action.</a:t>
            </a:r>
          </a:p>
          <a:p xmlns:a="http://schemas.openxmlformats.org/drawingml/2006/main">
            <a:pPr>
              <a:defRPr sz="2325" b="0">
                <a:solidFill>
                  <a:srgbClr val="526771"/>
                </a:solidFill>
                <a:latin typeface="Arial"/>
                <a:ea typeface="Arial"/>
                <a:cs typeface="Arial"/>
              </a:defRPr>
            </a:pPr>
            <a:r>
              <a:rPr sz="2325" b="0">
                <a:solidFill>
                  <a:srgbClr val="526771"/>
                </a:solidFill>
                <a:latin typeface="Arial"/>
                <a:ea typeface="Arial"/>
                <a:cs typeface="Arial"/>
              </a:rPr>
              <a:t>Python checks its scope and renders the supported answer.</a:t>
            </a:r>
          </a:p>
        </p:txBody>
      </p:sp>
      <p:sp>
        <p:nvSpPr>
          <p:cNvPr id="6" name="">
            <a:extLst xmlns:a="http://schemas.openxmlformats.org/drawingml/2006/main">
              <a:ext uri="{FF2B5EF4-FFF2-40B4-BE49-F238E27FC236}">
                <a16:creationId xmlns:a16="http://schemas.microsoft.com/office/drawing/2014/main" id="{00328914-47EE-44E0-AD99-86A4822F643A}"/>
              </a:ext>
            </a:extLst>
          </p:cNvPr>
          <p:cNvSpPr>
            <a:spLocks xmlns:a="http://schemas.openxmlformats.org/drawingml/2006/main" noGrp="1"/>
          </p:cNvSpPr>
          <p:nvPr/>
        </p:nvSpPr>
        <p:spPr>
          <a:xfrm xmlns:a="http://schemas.openxmlformats.org/drawingml/2006/main">
            <a:off x="714375" y="50958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77D77"/>
                </a:solidFill>
                <a:latin typeface="Arial"/>
                <a:ea typeface="Arial"/>
                <a:cs typeface="Arial"/>
              </a:defRPr>
            </a:defPPr>
            <a:lvl1pPr>
              <a:defRPr sz="2625" b="1">
                <a:solidFill>
                  <a:srgbClr val="177D77"/>
                </a:solidFill>
                <a:latin typeface="Arial"/>
                <a:ea typeface="Arial"/>
                <a:cs typeface="Arial"/>
              </a:defRPr>
            </a:lvl1pPr>
            <a:lvl2pPr>
              <a:defRPr sz="2625" b="1">
                <a:solidFill>
                  <a:srgbClr val="177D77"/>
                </a:solidFill>
                <a:latin typeface="Arial"/>
                <a:ea typeface="Arial"/>
                <a:cs typeface="Arial"/>
              </a:defRPr>
            </a:lvl2pPr>
            <a:lvl3pPr>
              <a:defRPr sz="2625" b="1">
                <a:solidFill>
                  <a:srgbClr val="177D77"/>
                </a:solidFill>
                <a:latin typeface="Arial"/>
                <a:ea typeface="Arial"/>
                <a:cs typeface="Arial"/>
              </a:defRPr>
            </a:lvl3pPr>
            <a:lvl4pPr>
              <a:defRPr sz="2625" b="1">
                <a:solidFill>
                  <a:srgbClr val="177D77"/>
                </a:solidFill>
                <a:latin typeface="Arial"/>
                <a:ea typeface="Arial"/>
                <a:cs typeface="Arial"/>
              </a:defRPr>
            </a:lvl4pPr>
            <a:lvl5pPr>
              <a:defRPr sz="2625" b="1">
                <a:solidFill>
                  <a:srgbClr val="177D77"/>
                </a:solidFill>
                <a:latin typeface="Arial"/>
                <a:ea typeface="Arial"/>
                <a:cs typeface="Arial"/>
              </a:defRPr>
            </a:lvl5pPr>
            <a:lvl6pPr>
              <a:defRPr sz="2625" b="1">
                <a:solidFill>
                  <a:srgbClr val="177D77"/>
                </a:solidFill>
                <a:latin typeface="Arial"/>
                <a:ea typeface="Arial"/>
                <a:cs typeface="Arial"/>
              </a:defRPr>
            </a:lvl6pPr>
            <a:lvl7pPr>
              <a:defRPr sz="2625" b="1">
                <a:solidFill>
                  <a:srgbClr val="177D77"/>
                </a:solidFill>
                <a:latin typeface="Arial"/>
                <a:ea typeface="Arial"/>
                <a:cs typeface="Arial"/>
              </a:defRPr>
            </a:lvl7pPr>
            <a:lvl8pPr>
              <a:defRPr sz="2625" b="1">
                <a:solidFill>
                  <a:srgbClr val="177D77"/>
                </a:solidFill>
                <a:latin typeface="Arial"/>
                <a:ea typeface="Arial"/>
                <a:cs typeface="Arial"/>
              </a:defRPr>
            </a:lvl8pPr>
            <a:lvl9pPr>
              <a:defRPr sz="2625" b="1">
                <a:solidFill>
                  <a:srgbClr val="177D77"/>
                </a:solidFill>
                <a:latin typeface="Arial"/>
                <a:ea typeface="Arial"/>
                <a:cs typeface="Arial"/>
              </a:defRPr>
            </a:lvl9pPr>
          </a:lstStyle>
          <a:p xmlns:a="http://schemas.openxmlformats.org/drawingml/2006/main">
            <a:pPr>
              <a:defRPr sz="2625" b="1">
                <a:solidFill>
                  <a:srgbClr val="177D77"/>
                </a:solidFill>
                <a:latin typeface="Arial"/>
                <a:ea typeface="Arial"/>
                <a:cs typeface="Arial"/>
              </a:defRPr>
            </a:pPr>
            <a:r>
              <a:rPr sz="2625" b="1">
                <a:solidFill>
                  <a:srgbClr val="177D77"/>
                </a:solidFill>
                <a:latin typeface="Arial"/>
                <a:ea typeface="Arial"/>
                <a:cs typeface="Arial"/>
              </a:rPr>
              <a:t>39 curated facts</a:t>
            </a:r>
          </a:p>
        </p:txBody>
      </p:sp>
      <p:sp>
        <p:nvSpPr>
          <p:cNvPr id="7" name="">
            <a:extLst xmlns:a="http://schemas.openxmlformats.org/drawingml/2006/main">
              <a:ext uri="{FF2B5EF4-FFF2-40B4-BE49-F238E27FC236}">
                <a16:creationId xmlns:a16="http://schemas.microsoft.com/office/drawing/2014/main" id="{3FB4035A-66FE-49B5-89E0-B63FF3EBC427}"/>
              </a:ext>
            </a:extLst>
          </p:cNvPr>
          <p:cNvSpPr>
            <a:spLocks xmlns:a="http://schemas.openxmlformats.org/drawingml/2006/main" noGrp="1"/>
          </p:cNvSpPr>
          <p:nvPr/>
        </p:nvSpPr>
        <p:spPr>
          <a:xfrm xmlns:a="http://schemas.openxmlformats.org/drawingml/2006/main">
            <a:off x="4524375" y="509587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77D77"/>
                </a:solidFill>
                <a:latin typeface="Arial"/>
                <a:ea typeface="Arial"/>
                <a:cs typeface="Arial"/>
              </a:defRPr>
            </a:defPPr>
            <a:lvl1pPr>
              <a:defRPr sz="2625" b="1">
                <a:solidFill>
                  <a:srgbClr val="177D77"/>
                </a:solidFill>
                <a:latin typeface="Arial"/>
                <a:ea typeface="Arial"/>
                <a:cs typeface="Arial"/>
              </a:defRPr>
            </a:lvl1pPr>
            <a:lvl2pPr>
              <a:defRPr sz="2625" b="1">
                <a:solidFill>
                  <a:srgbClr val="177D77"/>
                </a:solidFill>
                <a:latin typeface="Arial"/>
                <a:ea typeface="Arial"/>
                <a:cs typeface="Arial"/>
              </a:defRPr>
            </a:lvl2pPr>
            <a:lvl3pPr>
              <a:defRPr sz="2625" b="1">
                <a:solidFill>
                  <a:srgbClr val="177D77"/>
                </a:solidFill>
                <a:latin typeface="Arial"/>
                <a:ea typeface="Arial"/>
                <a:cs typeface="Arial"/>
              </a:defRPr>
            </a:lvl3pPr>
            <a:lvl4pPr>
              <a:defRPr sz="2625" b="1">
                <a:solidFill>
                  <a:srgbClr val="177D77"/>
                </a:solidFill>
                <a:latin typeface="Arial"/>
                <a:ea typeface="Arial"/>
                <a:cs typeface="Arial"/>
              </a:defRPr>
            </a:lvl4pPr>
            <a:lvl5pPr>
              <a:defRPr sz="2625" b="1">
                <a:solidFill>
                  <a:srgbClr val="177D77"/>
                </a:solidFill>
                <a:latin typeface="Arial"/>
                <a:ea typeface="Arial"/>
                <a:cs typeface="Arial"/>
              </a:defRPr>
            </a:lvl5pPr>
            <a:lvl6pPr>
              <a:defRPr sz="2625" b="1">
                <a:solidFill>
                  <a:srgbClr val="177D77"/>
                </a:solidFill>
                <a:latin typeface="Arial"/>
                <a:ea typeface="Arial"/>
                <a:cs typeface="Arial"/>
              </a:defRPr>
            </a:lvl6pPr>
            <a:lvl7pPr>
              <a:defRPr sz="2625" b="1">
                <a:solidFill>
                  <a:srgbClr val="177D77"/>
                </a:solidFill>
                <a:latin typeface="Arial"/>
                <a:ea typeface="Arial"/>
                <a:cs typeface="Arial"/>
              </a:defRPr>
            </a:lvl7pPr>
            <a:lvl8pPr>
              <a:defRPr sz="2625" b="1">
                <a:solidFill>
                  <a:srgbClr val="177D77"/>
                </a:solidFill>
                <a:latin typeface="Arial"/>
                <a:ea typeface="Arial"/>
                <a:cs typeface="Arial"/>
              </a:defRPr>
            </a:lvl8pPr>
            <a:lvl9pPr>
              <a:defRPr sz="2625" b="1">
                <a:solidFill>
                  <a:srgbClr val="177D77"/>
                </a:solidFill>
                <a:latin typeface="Arial"/>
                <a:ea typeface="Arial"/>
                <a:cs typeface="Arial"/>
              </a:defRPr>
            </a:lvl9pPr>
          </a:lstStyle>
          <a:p xmlns:a="http://schemas.openxmlformats.org/drawingml/2006/main">
            <a:pPr>
              <a:defRPr sz="2625" b="1">
                <a:solidFill>
                  <a:srgbClr val="177D77"/>
                </a:solidFill>
                <a:latin typeface="Arial"/>
                <a:ea typeface="Arial"/>
                <a:cs typeface="Arial"/>
              </a:defRPr>
            </a:pPr>
            <a:r>
              <a:rPr sz="2625" b="1">
                <a:solidFill>
                  <a:srgbClr val="177D77"/>
                </a:solidFill>
                <a:latin typeface="Arial"/>
                <a:ea typeface="Arial"/>
                <a:cs typeface="Arial"/>
              </a:rPr>
              <a:t>5 fixed tools</a:t>
            </a:r>
          </a:p>
        </p:txBody>
      </p:sp>
      <p:sp>
        <p:nvSpPr>
          <p:cNvPr id="8" name="">
            <a:extLst xmlns:a="http://schemas.openxmlformats.org/drawingml/2006/main">
              <a:ext uri="{FF2B5EF4-FFF2-40B4-BE49-F238E27FC236}">
                <a16:creationId xmlns:a16="http://schemas.microsoft.com/office/drawing/2014/main" id="{FF80B507-A14C-4DDC-8BA7-546838A22CBD}"/>
              </a:ext>
            </a:extLst>
          </p:cNvPr>
          <p:cNvSpPr>
            <a:spLocks xmlns:a="http://schemas.openxmlformats.org/drawingml/2006/main" noGrp="1"/>
          </p:cNvSpPr>
          <p:nvPr/>
        </p:nvSpPr>
        <p:spPr>
          <a:xfrm xmlns:a="http://schemas.openxmlformats.org/drawingml/2006/main">
            <a:off x="8239125" y="50958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177D77"/>
                </a:solidFill>
                <a:latin typeface="Arial"/>
                <a:ea typeface="Arial"/>
                <a:cs typeface="Arial"/>
              </a:defRPr>
            </a:defPPr>
            <a:lvl1pPr>
              <a:defRPr sz="2625" b="1">
                <a:solidFill>
                  <a:srgbClr val="177D77"/>
                </a:solidFill>
                <a:latin typeface="Arial"/>
                <a:ea typeface="Arial"/>
                <a:cs typeface="Arial"/>
              </a:defRPr>
            </a:lvl1pPr>
            <a:lvl2pPr>
              <a:defRPr sz="2625" b="1">
                <a:solidFill>
                  <a:srgbClr val="177D77"/>
                </a:solidFill>
                <a:latin typeface="Arial"/>
                <a:ea typeface="Arial"/>
                <a:cs typeface="Arial"/>
              </a:defRPr>
            </a:lvl2pPr>
            <a:lvl3pPr>
              <a:defRPr sz="2625" b="1">
                <a:solidFill>
                  <a:srgbClr val="177D77"/>
                </a:solidFill>
                <a:latin typeface="Arial"/>
                <a:ea typeface="Arial"/>
                <a:cs typeface="Arial"/>
              </a:defRPr>
            </a:lvl3pPr>
            <a:lvl4pPr>
              <a:defRPr sz="2625" b="1">
                <a:solidFill>
                  <a:srgbClr val="177D77"/>
                </a:solidFill>
                <a:latin typeface="Arial"/>
                <a:ea typeface="Arial"/>
                <a:cs typeface="Arial"/>
              </a:defRPr>
            </a:lvl4pPr>
            <a:lvl5pPr>
              <a:defRPr sz="2625" b="1">
                <a:solidFill>
                  <a:srgbClr val="177D77"/>
                </a:solidFill>
                <a:latin typeface="Arial"/>
                <a:ea typeface="Arial"/>
                <a:cs typeface="Arial"/>
              </a:defRPr>
            </a:lvl5pPr>
            <a:lvl6pPr>
              <a:defRPr sz="2625" b="1">
                <a:solidFill>
                  <a:srgbClr val="177D77"/>
                </a:solidFill>
                <a:latin typeface="Arial"/>
                <a:ea typeface="Arial"/>
                <a:cs typeface="Arial"/>
              </a:defRPr>
            </a:lvl6pPr>
            <a:lvl7pPr>
              <a:defRPr sz="2625" b="1">
                <a:solidFill>
                  <a:srgbClr val="177D77"/>
                </a:solidFill>
                <a:latin typeface="Arial"/>
                <a:ea typeface="Arial"/>
                <a:cs typeface="Arial"/>
              </a:defRPr>
            </a:lvl7pPr>
            <a:lvl8pPr>
              <a:defRPr sz="2625" b="1">
                <a:solidFill>
                  <a:srgbClr val="177D77"/>
                </a:solidFill>
                <a:latin typeface="Arial"/>
                <a:ea typeface="Arial"/>
                <a:cs typeface="Arial"/>
              </a:defRPr>
            </a:lvl8pPr>
            <a:lvl9pPr>
              <a:defRPr sz="2625" b="1">
                <a:solidFill>
                  <a:srgbClr val="177D77"/>
                </a:solidFill>
                <a:latin typeface="Arial"/>
                <a:ea typeface="Arial"/>
                <a:cs typeface="Arial"/>
              </a:defRPr>
            </a:lvl9pPr>
          </a:lstStyle>
          <a:p xmlns:a="http://schemas.openxmlformats.org/drawingml/2006/main">
            <a:pPr>
              <a:defRPr sz="2625" b="1">
                <a:solidFill>
                  <a:srgbClr val="177D77"/>
                </a:solidFill>
                <a:latin typeface="Arial"/>
                <a:ea typeface="Arial"/>
                <a:cs typeface="Arial"/>
              </a:defRPr>
            </a:pPr>
            <a:r>
              <a:rPr sz="2625" b="1">
                <a:solidFill>
                  <a:srgbClr val="177D77"/>
                </a:solidFill>
                <a:latin typeface="Arial"/>
                <a:ea typeface="Arial"/>
                <a:cs typeface="Arial"/>
              </a:rPr>
              <a:t>1 standalone repo</a:t>
            </a:r>
          </a:p>
        </p:txBody>
      </p:sp>
      <p:sp>
        <p:nvSpPr>
          <p:cNvPr id="9" name="">
            <a:extLst xmlns:a="http://schemas.openxmlformats.org/drawingml/2006/main">
              <a:ext uri="{FF2B5EF4-FFF2-40B4-BE49-F238E27FC236}">
                <a16:creationId xmlns:a16="http://schemas.microsoft.com/office/drawing/2014/main" id="{45D65CE0-4A83-461A-93CF-705D45D57B8B}"/>
              </a:ext>
            </a:extLst>
          </p:cNvPr>
          <p:cNvSpPr>
            <a:spLocks xmlns:a="http://schemas.openxmlformats.org/drawingml/2006/main" noGrp="1"/>
          </p:cNvSpPr>
          <p:nvPr/>
        </p:nvSpPr>
        <p:spPr>
          <a:xfrm xmlns:a="http://schemas.openxmlformats.org/drawingml/2006/main">
            <a:off x="714375" y="581025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771"/>
                </a:solidFill>
                <a:latin typeface="Arial"/>
                <a:ea typeface="Arial"/>
                <a:cs typeface="Arial"/>
              </a:defRPr>
            </a:defPPr>
            <a:lvl1pPr>
              <a:defRPr sz="1650" b="0">
                <a:solidFill>
                  <a:srgbClr val="526771"/>
                </a:solidFill>
                <a:latin typeface="Arial"/>
                <a:ea typeface="Arial"/>
                <a:cs typeface="Arial"/>
              </a:defRPr>
            </a:lvl1pPr>
            <a:lvl2pPr>
              <a:defRPr sz="1650" b="0">
                <a:solidFill>
                  <a:srgbClr val="526771"/>
                </a:solidFill>
                <a:latin typeface="Arial"/>
                <a:ea typeface="Arial"/>
                <a:cs typeface="Arial"/>
              </a:defRPr>
            </a:lvl2pPr>
            <a:lvl3pPr>
              <a:defRPr sz="1650" b="0">
                <a:solidFill>
                  <a:srgbClr val="526771"/>
                </a:solidFill>
                <a:latin typeface="Arial"/>
                <a:ea typeface="Arial"/>
                <a:cs typeface="Arial"/>
              </a:defRPr>
            </a:lvl3pPr>
            <a:lvl4pPr>
              <a:defRPr sz="1650" b="0">
                <a:solidFill>
                  <a:srgbClr val="526771"/>
                </a:solidFill>
                <a:latin typeface="Arial"/>
                <a:ea typeface="Arial"/>
                <a:cs typeface="Arial"/>
              </a:defRPr>
            </a:lvl4pPr>
            <a:lvl5pPr>
              <a:defRPr sz="1650" b="0">
                <a:solidFill>
                  <a:srgbClr val="526771"/>
                </a:solidFill>
                <a:latin typeface="Arial"/>
                <a:ea typeface="Arial"/>
                <a:cs typeface="Arial"/>
              </a:defRPr>
            </a:lvl5pPr>
            <a:lvl6pPr>
              <a:defRPr sz="1650" b="0">
                <a:solidFill>
                  <a:srgbClr val="526771"/>
                </a:solidFill>
                <a:latin typeface="Arial"/>
                <a:ea typeface="Arial"/>
                <a:cs typeface="Arial"/>
              </a:defRPr>
            </a:lvl6pPr>
            <a:lvl7pPr>
              <a:defRPr sz="1650" b="0">
                <a:solidFill>
                  <a:srgbClr val="526771"/>
                </a:solidFill>
                <a:latin typeface="Arial"/>
                <a:ea typeface="Arial"/>
                <a:cs typeface="Arial"/>
              </a:defRPr>
            </a:lvl7pPr>
            <a:lvl8pPr>
              <a:defRPr sz="1650" b="0">
                <a:solidFill>
                  <a:srgbClr val="526771"/>
                </a:solidFill>
                <a:latin typeface="Arial"/>
                <a:ea typeface="Arial"/>
                <a:cs typeface="Arial"/>
              </a:defRPr>
            </a:lvl8pPr>
            <a:lvl9pPr>
              <a:defRPr sz="1650" b="0">
                <a:solidFill>
                  <a:srgbClr val="526771"/>
                </a:solidFill>
                <a:latin typeface="Arial"/>
                <a:ea typeface="Arial"/>
                <a:cs typeface="Arial"/>
              </a:defRPr>
            </a:lvl9pPr>
          </a:lstStyle>
          <a:p xmlns:a="http://schemas.openxmlformats.org/drawingml/2006/main">
            <a:pPr>
              <a:defRPr sz="1650" b="0">
                <a:solidFill>
                  <a:srgbClr val="526771"/>
                </a:solidFill>
                <a:latin typeface="Arial"/>
                <a:ea typeface="Arial"/>
                <a:cs typeface="Arial"/>
              </a:defRPr>
            </a:pPr>
            <a:r>
              <a:rPr sz="1650" b="0">
                <a:solidFill>
                  <a:srgbClr val="526771"/>
                </a:solidFill>
                <a:latin typeface="Arial"/>
                <a:ea typeface="Arial"/>
                <a:cs typeface="Arial"/>
              </a:rPr>
              <a:t>Author: Dr. Geoff Cheng</a:t>
            </a:r>
          </a:p>
        </p:txBody>
      </p:sp>
    </p:spTree>
    <p:extLst>
      <p:ext uri="{BB962C8B-B14F-4D97-AF65-F5344CB8AC3E}">
        <p14:creationId xmlns:p14="http://schemas.microsoft.com/office/powerpoint/2010/main" val="1174722650"/>
      </p:ext>
    </p:extLst>
  </p:cSld>
</p:sld>
</file>

<file path=ppt/slides/slide2.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cxnSp>
        <p:nvCxnSpPr>
          <p:cNvPr id="22" name="">
            <a:extLst xmlns:a="http://schemas.openxmlformats.org/drawingml/2006/main">
              <a:ext uri="{FF2B5EF4-FFF2-40B4-BE49-F238E27FC236}">
                <a16:creationId xmlns:a16="http://schemas.microsoft.com/office/drawing/2014/main" id="{DE415405-93EA-40E4-8E4B-8D9F0B6610CA}"/>
              </a:ext>
            </a:extLst>
          </p:cNvPr>
          <p:cNvCxnSpPr>
            <a:stCxn xmlns:a="http://schemas.openxmlformats.org/drawingml/2006/main" id="12" idx="1"/>
            <a:endCxn xmlns:a="http://schemas.openxmlformats.org/drawingml/2006/main" id="14" idx="3"/>
          </p:cNvCxnSpPr>
          <p:nvPr/>
        </p:nvCxnSpPr>
        <p:spPr>
          <a:xfrm xmlns:a="http://schemas.openxmlformats.org/drawingml/2006/main" flipH="1">
            <a:off x="3524250" y="4352925"/>
            <a:ext cx="1000125" cy="0"/>
          </a:xfrm>
          <a:prstGeom xmlns:a="http://schemas.openxmlformats.org/drawingml/2006/main" prst="straightConnector1">
            <a:avLst/>
          </a:prstGeom>
          <a:ln xmlns:a="http://schemas.openxmlformats.org/drawingml/2006/main" w="19050">
            <a:solidFill>
              <a:srgbClr val="177D77"/>
            </a:solidFill>
            <a:prstDash val="solid"/>
            <a:tailEnd type="arrow" w="med" len="med"/>
          </a:ln>
        </p:spPr>
      </p:cxnSp>
      <p:cxnSp>
        <p:nvCxnSpPr>
          <p:cNvPr id="18" name="">
            <a:extLst xmlns:a="http://schemas.openxmlformats.org/drawingml/2006/main">
              <a:ext uri="{FF2B5EF4-FFF2-40B4-BE49-F238E27FC236}">
                <a16:creationId xmlns:a16="http://schemas.microsoft.com/office/drawing/2014/main" id="{ECF774FB-B99E-48AA-96D7-B6A5F2F41783}"/>
              </a:ext>
            </a:extLst>
          </p:cNvPr>
          <p:cNvCxnSpPr>
            <a:stCxn xmlns:a="http://schemas.openxmlformats.org/drawingml/2006/main" id="10" idx="2"/>
            <a:endCxn xmlns:a="http://schemas.openxmlformats.org/drawingml/2006/main" id="12" idx="3"/>
          </p:cNvCxnSpPr>
          <p:nvPr/>
        </p:nvCxnSpPr>
        <p:spPr>
          <a:xfrm xmlns:a="http://schemas.openxmlformats.org/drawingml/2006/main" flipH="1">
            <a:off x="7381875" y="2990850"/>
            <a:ext cx="2571750" cy="1362075"/>
          </a:xfrm>
          <a:prstGeom xmlns:a="http://schemas.openxmlformats.org/drawingml/2006/main" prst="bentConnector3">
            <a:avLst>
              <a:gd name="adj1" fmla="val 0"/>
            </a:avLst>
          </a:prstGeom>
          <a:ln xmlns:a="http://schemas.openxmlformats.org/drawingml/2006/main" w="19050">
            <a:solidFill>
              <a:srgbClr val="177D77"/>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E821D700-997D-4071-B5E4-3DA13900B772}"/>
              </a:ext>
            </a:extLst>
          </p:cNvPr>
          <p:cNvCxnSpPr>
            <a:stCxn xmlns:a="http://schemas.openxmlformats.org/drawingml/2006/main" id="8" idx="3"/>
            <a:endCxn xmlns:a="http://schemas.openxmlformats.org/drawingml/2006/main" id="10" idx="1"/>
          </p:cNvCxnSpPr>
          <p:nvPr/>
        </p:nvCxnSpPr>
        <p:spPr>
          <a:xfrm xmlns:a="http://schemas.openxmlformats.org/drawingml/2006/main">
            <a:off x="7381875" y="2495550"/>
            <a:ext cx="1000125" cy="0"/>
          </a:xfrm>
          <a:prstGeom xmlns:a="http://schemas.openxmlformats.org/drawingml/2006/main" prst="straightConnector1">
            <a:avLst/>
          </a:prstGeom>
          <a:ln xmlns:a="http://schemas.openxmlformats.org/drawingml/2006/main" w="19050">
            <a:solidFill>
              <a:srgbClr val="177D77"/>
            </a:solidFill>
            <a:prstDash val="solid"/>
            <a:tailEnd type="arrow" w="med" len="med"/>
          </a:ln>
        </p:spPr>
      </p:cxnSp>
      <p:cxnSp>
        <p:nvCxnSpPr>
          <p:cNvPr id="16" name="">
            <a:extLst xmlns:a="http://schemas.openxmlformats.org/drawingml/2006/main">
              <a:ext uri="{FF2B5EF4-FFF2-40B4-BE49-F238E27FC236}">
                <a16:creationId xmlns:a16="http://schemas.microsoft.com/office/drawing/2014/main" id="{F0A5DE8D-3B54-46A5-8380-43EE08C20286}"/>
              </a:ext>
            </a:extLst>
          </p:cNvPr>
          <p:cNvCxnSpPr>
            <a:stCxn xmlns:a="http://schemas.openxmlformats.org/drawingml/2006/main" id="6" idx="3"/>
            <a:endCxn xmlns:a="http://schemas.openxmlformats.org/drawingml/2006/main" id="8" idx="1"/>
          </p:cNvCxnSpPr>
          <p:nvPr/>
        </p:nvCxnSpPr>
        <p:spPr>
          <a:xfrm xmlns:a="http://schemas.openxmlformats.org/drawingml/2006/main">
            <a:off x="3524250" y="2495550"/>
            <a:ext cx="1000125" cy="0"/>
          </a:xfrm>
          <a:prstGeom xmlns:a="http://schemas.openxmlformats.org/drawingml/2006/main" prst="straightConnector1">
            <a:avLst/>
          </a:prstGeom>
          <a:ln xmlns:a="http://schemas.openxmlformats.org/drawingml/2006/main" w="19050">
            <a:solidFill>
              <a:srgbClr val="177D77"/>
            </a:solidFill>
            <a:prstDash val="solid"/>
            <a:tailEnd type="arrow" w="med" len="med"/>
          </a:ln>
        </p:spPr>
      </p:cxnSp>
      <p:sp>
        <p:nvSpPr>
          <p:cNvPr id="26" name="">
            <a:extLst xmlns:a="http://schemas.openxmlformats.org/drawingml/2006/main">
              <a:ext uri="{FF2B5EF4-FFF2-40B4-BE49-F238E27FC236}">
                <a16:creationId xmlns:a16="http://schemas.microsoft.com/office/drawing/2014/main" id="{928B902D-F8C8-4EA6-81AC-5C1D925B03FD}"/>
              </a:ext>
            </a:extLst>
          </p:cNvPr>
          <p:cNvSpPr>
            <a:spLocks xmlns:a="http://schemas.openxmlformats.org/drawingml/2006/main" noGrp="1"/>
          </p:cNvSpPr>
          <p:nvPr/>
        </p:nvSpPr>
        <p:spPr>
          <a:xfrm xmlns:a="http://schemas.openxmlformats.org/drawingml/2006/main">
            <a:off x="666750" y="4572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The agentic loop</a:t>
            </a:r>
          </a:p>
        </p:txBody>
      </p:sp>
      <p:sp>
        <p:nvSpPr>
          <p:cNvPr id="2" name="">
            <a:extLst xmlns:a="http://schemas.openxmlformats.org/drawingml/2006/main">
              <a:ext uri="{FF2B5EF4-FFF2-40B4-BE49-F238E27FC236}">
                <a16:creationId xmlns:a16="http://schemas.microsoft.com/office/drawing/2014/main" id="{00558E7C-D999-4E4C-9D9A-3BA7D03ED8EB}"/>
              </a:ext>
            </a:extLst>
          </p:cNvPr>
          <p:cNvSpPr>
            <a:spLocks xmlns:a="http://schemas.openxmlformats.org/drawingml/2006/main" noGrp="1"/>
          </p:cNvSpPr>
          <p:nvPr/>
        </p:nvSpPr>
        <p:spPr>
          <a:xfrm xmlns:a="http://schemas.openxmlformats.org/drawingml/2006/main">
            <a:off x="666750" y="63341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771"/>
                </a:solidFill>
                <a:latin typeface="Arial"/>
                <a:ea typeface="Arial"/>
                <a:cs typeface="Arial"/>
              </a:defRPr>
            </a:defPPr>
            <a:lvl1pPr>
              <a:defRPr sz="1275" b="0">
                <a:solidFill>
                  <a:srgbClr val="526771"/>
                </a:solidFill>
                <a:latin typeface="Arial"/>
                <a:ea typeface="Arial"/>
                <a:cs typeface="Arial"/>
              </a:defRPr>
            </a:lvl1pPr>
            <a:lvl2pPr>
              <a:defRPr sz="1275" b="0">
                <a:solidFill>
                  <a:srgbClr val="526771"/>
                </a:solidFill>
                <a:latin typeface="Arial"/>
                <a:ea typeface="Arial"/>
                <a:cs typeface="Arial"/>
              </a:defRPr>
            </a:lvl2pPr>
            <a:lvl3pPr>
              <a:defRPr sz="1275" b="0">
                <a:solidFill>
                  <a:srgbClr val="526771"/>
                </a:solidFill>
                <a:latin typeface="Arial"/>
                <a:ea typeface="Arial"/>
                <a:cs typeface="Arial"/>
              </a:defRPr>
            </a:lvl3pPr>
            <a:lvl4pPr>
              <a:defRPr sz="1275" b="0">
                <a:solidFill>
                  <a:srgbClr val="526771"/>
                </a:solidFill>
                <a:latin typeface="Arial"/>
                <a:ea typeface="Arial"/>
                <a:cs typeface="Arial"/>
              </a:defRPr>
            </a:lvl4pPr>
            <a:lvl5pPr>
              <a:defRPr sz="1275" b="0">
                <a:solidFill>
                  <a:srgbClr val="526771"/>
                </a:solidFill>
                <a:latin typeface="Arial"/>
                <a:ea typeface="Arial"/>
                <a:cs typeface="Arial"/>
              </a:defRPr>
            </a:lvl5pPr>
            <a:lvl6pPr>
              <a:defRPr sz="1275" b="0">
                <a:solidFill>
                  <a:srgbClr val="526771"/>
                </a:solidFill>
                <a:latin typeface="Arial"/>
                <a:ea typeface="Arial"/>
                <a:cs typeface="Arial"/>
              </a:defRPr>
            </a:lvl6pPr>
            <a:lvl7pPr>
              <a:defRPr sz="1275" b="0">
                <a:solidFill>
                  <a:srgbClr val="526771"/>
                </a:solidFill>
                <a:latin typeface="Arial"/>
                <a:ea typeface="Arial"/>
                <a:cs typeface="Arial"/>
              </a:defRPr>
            </a:lvl7pPr>
            <a:lvl8pPr>
              <a:defRPr sz="1275" b="0">
                <a:solidFill>
                  <a:srgbClr val="526771"/>
                </a:solidFill>
                <a:latin typeface="Arial"/>
                <a:ea typeface="Arial"/>
                <a:cs typeface="Arial"/>
              </a:defRPr>
            </a:lvl8pPr>
            <a:lvl9pPr>
              <a:defRPr sz="1275" b="0">
                <a:solidFill>
                  <a:srgbClr val="526771"/>
                </a:solidFill>
                <a:latin typeface="Arial"/>
                <a:ea typeface="Arial"/>
                <a:cs typeface="Arial"/>
              </a:defRPr>
            </a:lvl9pPr>
          </a:lstStyle>
          <a:p xmlns:a="http://schemas.openxmlformats.org/drawingml/2006/main">
            <a:pPr>
              <a:defRPr sz="1275" b="0">
                <a:solidFill>
                  <a:srgbClr val="526771"/>
                </a:solidFill>
                <a:latin typeface="Arial"/>
                <a:ea typeface="Arial"/>
                <a:cs typeface="Arial"/>
              </a:defRPr>
            </a:pPr>
            <a:r>
              <a:rPr sz="1275" b="0">
                <a:solidFill>
                  <a:srgbClr val="526771"/>
                </a:solidFill>
                <a:latin typeface="Arial"/>
                <a:ea typeface="Arial"/>
                <a:cs typeface="Arial"/>
              </a:rPr>
              <a:t>London Office Monitoring   /   Engineering delivery</a:t>
            </a:r>
          </a:p>
        </p:txBody>
      </p:sp>
      <p:sp>
        <p:nvSpPr>
          <p:cNvPr id="3" name="">
            <a:extLst xmlns:a="http://schemas.openxmlformats.org/drawingml/2006/main">
              <a:ext uri="{FF2B5EF4-FFF2-40B4-BE49-F238E27FC236}">
                <a16:creationId xmlns:a16="http://schemas.microsoft.com/office/drawing/2014/main" id="{3EBC443E-32ED-4D01-B696-924B560A399E}"/>
              </a:ext>
            </a:extLst>
          </p:cNvPr>
          <p:cNvSpPr>
            <a:spLocks xmlns:a="http://schemas.openxmlformats.org/drawingml/2006/main" noGrp="1"/>
          </p:cNvSpPr>
          <p:nvPr/>
        </p:nvSpPr>
        <p:spPr>
          <a:xfrm xmlns:a="http://schemas.openxmlformats.org/drawingml/2006/main">
            <a:off x="11049000" y="63341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771"/>
                </a:solidFill>
                <a:latin typeface="Arial"/>
                <a:ea typeface="Arial"/>
                <a:cs typeface="Arial"/>
              </a:defRPr>
            </a:defPPr>
            <a:lvl1pPr>
              <a:defRPr sz="1275" b="0">
                <a:solidFill>
                  <a:srgbClr val="526771"/>
                </a:solidFill>
                <a:latin typeface="Arial"/>
                <a:ea typeface="Arial"/>
                <a:cs typeface="Arial"/>
              </a:defRPr>
            </a:lvl1pPr>
            <a:lvl2pPr>
              <a:defRPr sz="1275" b="0">
                <a:solidFill>
                  <a:srgbClr val="526771"/>
                </a:solidFill>
                <a:latin typeface="Arial"/>
                <a:ea typeface="Arial"/>
                <a:cs typeface="Arial"/>
              </a:defRPr>
            </a:lvl2pPr>
            <a:lvl3pPr>
              <a:defRPr sz="1275" b="0">
                <a:solidFill>
                  <a:srgbClr val="526771"/>
                </a:solidFill>
                <a:latin typeface="Arial"/>
                <a:ea typeface="Arial"/>
                <a:cs typeface="Arial"/>
              </a:defRPr>
            </a:lvl3pPr>
            <a:lvl4pPr>
              <a:defRPr sz="1275" b="0">
                <a:solidFill>
                  <a:srgbClr val="526771"/>
                </a:solidFill>
                <a:latin typeface="Arial"/>
                <a:ea typeface="Arial"/>
                <a:cs typeface="Arial"/>
              </a:defRPr>
            </a:lvl4pPr>
            <a:lvl5pPr>
              <a:defRPr sz="1275" b="0">
                <a:solidFill>
                  <a:srgbClr val="526771"/>
                </a:solidFill>
                <a:latin typeface="Arial"/>
                <a:ea typeface="Arial"/>
                <a:cs typeface="Arial"/>
              </a:defRPr>
            </a:lvl5pPr>
            <a:lvl6pPr>
              <a:defRPr sz="1275" b="0">
                <a:solidFill>
                  <a:srgbClr val="526771"/>
                </a:solidFill>
                <a:latin typeface="Arial"/>
                <a:ea typeface="Arial"/>
                <a:cs typeface="Arial"/>
              </a:defRPr>
            </a:lvl6pPr>
            <a:lvl7pPr>
              <a:defRPr sz="1275" b="0">
                <a:solidFill>
                  <a:srgbClr val="526771"/>
                </a:solidFill>
                <a:latin typeface="Arial"/>
                <a:ea typeface="Arial"/>
                <a:cs typeface="Arial"/>
              </a:defRPr>
            </a:lvl7pPr>
            <a:lvl8pPr>
              <a:defRPr sz="1275" b="0">
                <a:solidFill>
                  <a:srgbClr val="526771"/>
                </a:solidFill>
                <a:latin typeface="Arial"/>
                <a:ea typeface="Arial"/>
                <a:cs typeface="Arial"/>
              </a:defRPr>
            </a:lvl8pPr>
            <a:lvl9pPr>
              <a:defRPr sz="1275" b="0">
                <a:solidFill>
                  <a:srgbClr val="526771"/>
                </a:solidFill>
                <a:latin typeface="Arial"/>
                <a:ea typeface="Arial"/>
                <a:cs typeface="Arial"/>
              </a:defRPr>
            </a:lvl9pPr>
          </a:lstStyle>
          <a:p xmlns:a="http://schemas.openxmlformats.org/drawingml/2006/main">
            <a:pPr>
              <a:defRPr sz="1275" b="0">
                <a:solidFill>
                  <a:srgbClr val="526771"/>
                </a:solidFill>
                <a:latin typeface="Arial"/>
                <a:ea typeface="Arial"/>
                <a:cs typeface="Arial"/>
              </a:defRPr>
            </a:pPr>
            <a:r>
              <a:rPr sz="1275" b="0">
                <a:solidFill>
                  <a:srgbClr val="526771"/>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29E585B1-AD68-4666-AD7D-9DE993CF881A}"/>
              </a:ext>
            </a:extLst>
          </p:cNvPr>
          <p:cNvSpPr>
            <a:spLocks xmlns:a="http://schemas.openxmlformats.org/drawingml/2006/main" noGrp="1"/>
          </p:cNvSpPr>
          <p:nvPr/>
        </p:nvSpPr>
        <p:spPr>
          <a:xfrm xmlns:a="http://schemas.openxmlformats.org/drawingml/2006/main">
            <a:off x="666750" y="11906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26771"/>
                </a:solidFill>
                <a:latin typeface="Arial"/>
                <a:ea typeface="Arial"/>
                <a:cs typeface="Arial"/>
              </a:defRPr>
            </a:defPPr>
            <a:lvl1pPr>
              <a:defRPr sz="1950" b="0">
                <a:solidFill>
                  <a:srgbClr val="526771"/>
                </a:solidFill>
                <a:latin typeface="Arial"/>
                <a:ea typeface="Arial"/>
                <a:cs typeface="Arial"/>
              </a:defRPr>
            </a:lvl1pPr>
            <a:lvl2pPr>
              <a:defRPr sz="1950" b="0">
                <a:solidFill>
                  <a:srgbClr val="526771"/>
                </a:solidFill>
                <a:latin typeface="Arial"/>
                <a:ea typeface="Arial"/>
                <a:cs typeface="Arial"/>
              </a:defRPr>
            </a:lvl2pPr>
            <a:lvl3pPr>
              <a:defRPr sz="1950" b="0">
                <a:solidFill>
                  <a:srgbClr val="526771"/>
                </a:solidFill>
                <a:latin typeface="Arial"/>
                <a:ea typeface="Arial"/>
                <a:cs typeface="Arial"/>
              </a:defRPr>
            </a:lvl3pPr>
            <a:lvl4pPr>
              <a:defRPr sz="1950" b="0">
                <a:solidFill>
                  <a:srgbClr val="526771"/>
                </a:solidFill>
                <a:latin typeface="Arial"/>
                <a:ea typeface="Arial"/>
                <a:cs typeface="Arial"/>
              </a:defRPr>
            </a:lvl4pPr>
            <a:lvl5pPr>
              <a:defRPr sz="1950" b="0">
                <a:solidFill>
                  <a:srgbClr val="526771"/>
                </a:solidFill>
                <a:latin typeface="Arial"/>
                <a:ea typeface="Arial"/>
                <a:cs typeface="Arial"/>
              </a:defRPr>
            </a:lvl5pPr>
            <a:lvl6pPr>
              <a:defRPr sz="1950" b="0">
                <a:solidFill>
                  <a:srgbClr val="526771"/>
                </a:solidFill>
                <a:latin typeface="Arial"/>
                <a:ea typeface="Arial"/>
                <a:cs typeface="Arial"/>
              </a:defRPr>
            </a:lvl6pPr>
            <a:lvl7pPr>
              <a:defRPr sz="1950" b="0">
                <a:solidFill>
                  <a:srgbClr val="526771"/>
                </a:solidFill>
                <a:latin typeface="Arial"/>
                <a:ea typeface="Arial"/>
                <a:cs typeface="Arial"/>
              </a:defRPr>
            </a:lvl7pPr>
            <a:lvl8pPr>
              <a:defRPr sz="1950" b="0">
                <a:solidFill>
                  <a:srgbClr val="526771"/>
                </a:solidFill>
                <a:latin typeface="Arial"/>
                <a:ea typeface="Arial"/>
                <a:cs typeface="Arial"/>
              </a:defRPr>
            </a:lvl8pPr>
            <a:lvl9pPr>
              <a:defRPr sz="1950" b="0">
                <a:solidFill>
                  <a:srgbClr val="526771"/>
                </a:solidFill>
                <a:latin typeface="Arial"/>
                <a:ea typeface="Arial"/>
                <a:cs typeface="Arial"/>
              </a:defRPr>
            </a:lvl9pPr>
          </a:lstStyle>
          <a:p xmlns:a="http://schemas.openxmlformats.org/drawingml/2006/main">
            <a:pPr>
              <a:defRPr sz="1950" b="0">
                <a:solidFill>
                  <a:srgbClr val="526771"/>
                </a:solidFill>
                <a:latin typeface="Arial"/>
                <a:ea typeface="Arial"/>
                <a:cs typeface="Arial"/>
              </a:defRPr>
            </a:pPr>
            <a:r>
              <a:rPr sz="1950" b="0">
                <a:solidFill>
                  <a:srgbClr val="526771"/>
                </a:solidFill>
                <a:latin typeface="Arial"/>
                <a:ea typeface="Arial"/>
                <a:cs typeface="Arial"/>
              </a:rPr>
              <a:t>One structured decision at a time, with checked observations returned to the model</a:t>
            </a:r>
          </a:p>
        </p:txBody>
      </p:sp>
      <p:sp>
        <p:nvSpPr>
          <p:cNvPr id="5" name="">
            <a:extLst xmlns:a="http://schemas.openxmlformats.org/drawingml/2006/main">
              <a:ext uri="{FF2B5EF4-FFF2-40B4-BE49-F238E27FC236}">
                <a16:creationId xmlns:a16="http://schemas.microsoft.com/office/drawing/2014/main" id="{92B78800-0BA6-4A99-A5F5-FD0A5777DA4C}"/>
              </a:ext>
            </a:extLst>
          </p:cNvPr>
          <p:cNvSpPr>
            <a:spLocks xmlns:a="http://schemas.openxmlformats.org/drawingml/2006/main" noGrp="1"/>
          </p:cNvSpPr>
          <p:nvPr/>
        </p:nvSpPr>
        <p:spPr>
          <a:xfrm xmlns:a="http://schemas.openxmlformats.org/drawingml/2006/main">
            <a:off x="666750" y="1638300"/>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77D77"/>
                </a:solidFill>
                <a:latin typeface="Arial"/>
                <a:ea typeface="Arial"/>
                <a:cs typeface="Arial"/>
              </a:defRPr>
            </a:defPPr>
            <a:lvl1pPr>
              <a:defRPr sz="1575" b="0">
                <a:solidFill>
                  <a:srgbClr val="177D77"/>
                </a:solidFill>
                <a:latin typeface="Arial"/>
                <a:ea typeface="Arial"/>
                <a:cs typeface="Arial"/>
              </a:defRPr>
            </a:lvl1pPr>
            <a:lvl2pPr>
              <a:defRPr sz="1575" b="0">
                <a:solidFill>
                  <a:srgbClr val="177D77"/>
                </a:solidFill>
                <a:latin typeface="Arial"/>
                <a:ea typeface="Arial"/>
                <a:cs typeface="Arial"/>
              </a:defRPr>
            </a:lvl2pPr>
            <a:lvl3pPr>
              <a:defRPr sz="1575" b="0">
                <a:solidFill>
                  <a:srgbClr val="177D77"/>
                </a:solidFill>
                <a:latin typeface="Arial"/>
                <a:ea typeface="Arial"/>
                <a:cs typeface="Arial"/>
              </a:defRPr>
            </a:lvl3pPr>
            <a:lvl4pPr>
              <a:defRPr sz="1575" b="0">
                <a:solidFill>
                  <a:srgbClr val="177D77"/>
                </a:solidFill>
                <a:latin typeface="Arial"/>
                <a:ea typeface="Arial"/>
                <a:cs typeface="Arial"/>
              </a:defRPr>
            </a:lvl4pPr>
            <a:lvl5pPr>
              <a:defRPr sz="1575" b="0">
                <a:solidFill>
                  <a:srgbClr val="177D77"/>
                </a:solidFill>
                <a:latin typeface="Arial"/>
                <a:ea typeface="Arial"/>
                <a:cs typeface="Arial"/>
              </a:defRPr>
            </a:lvl5pPr>
            <a:lvl6pPr>
              <a:defRPr sz="1575" b="0">
                <a:solidFill>
                  <a:srgbClr val="177D77"/>
                </a:solidFill>
                <a:latin typeface="Arial"/>
                <a:ea typeface="Arial"/>
                <a:cs typeface="Arial"/>
              </a:defRPr>
            </a:lvl6pPr>
            <a:lvl7pPr>
              <a:defRPr sz="1575" b="0">
                <a:solidFill>
                  <a:srgbClr val="177D77"/>
                </a:solidFill>
                <a:latin typeface="Arial"/>
                <a:ea typeface="Arial"/>
                <a:cs typeface="Arial"/>
              </a:defRPr>
            </a:lvl7pPr>
            <a:lvl8pPr>
              <a:defRPr sz="1575" b="0">
                <a:solidFill>
                  <a:srgbClr val="177D77"/>
                </a:solidFill>
                <a:latin typeface="Arial"/>
                <a:ea typeface="Arial"/>
                <a:cs typeface="Arial"/>
              </a:defRPr>
            </a:lvl8pPr>
            <a:lvl9pPr>
              <a:defRPr sz="1575" b="0">
                <a:solidFill>
                  <a:srgbClr val="177D77"/>
                </a:solidFill>
                <a:latin typeface="Arial"/>
                <a:ea typeface="Arial"/>
                <a:cs typeface="Arial"/>
              </a:defRPr>
            </a:lvl9pPr>
          </a:lstStyle>
          <a:p xmlns:a="http://schemas.openxmlformats.org/drawingml/2006/main">
            <a:pPr>
              <a:defRPr sz="1575" b="0">
                <a:solidFill>
                  <a:srgbClr val="177D77"/>
                </a:solidFill>
                <a:latin typeface="Arial"/>
                <a:ea typeface="Arial"/>
                <a:cs typeface="Arial"/>
              </a:defRPr>
            </a:pPr>
            <a:r>
              <a:rPr sz="1575" b="0">
                <a:solidFill>
                  <a:srgbClr val="177D77"/>
                </a:solidFill>
                <a:latin typeface="Arial"/>
                <a:ea typeface="Arial"/>
                <a:cs typeface="Arial"/>
              </a:rPr>
              <a:t>search_facts, get_fact, compare_facts, get_source, coverage_gap</a:t>
            </a:r>
          </a:p>
        </p:txBody>
      </p:sp>
      <p:sp>
        <p:nvSpPr>
          <p:cNvPr id="6" name="">
            <a:extLst xmlns:a="http://schemas.openxmlformats.org/drawingml/2006/main">
              <a:ext uri="{FF2B5EF4-FFF2-40B4-BE49-F238E27FC236}">
                <a16:creationId xmlns:a16="http://schemas.microsoft.com/office/drawing/2014/main" id="{7E99357B-06AC-4C02-8797-8215FC9766F4}"/>
              </a:ext>
            </a:extLst>
          </p:cNvPr>
          <p:cNvSpPr>
            <a:spLocks xmlns:a="http://schemas.openxmlformats.org/drawingml/2006/main" noGrp="1"/>
          </p:cNvSpPr>
          <p:nvPr/>
        </p:nvSpPr>
        <p:spPr>
          <a:xfrm xmlns:a="http://schemas.openxmlformats.org/drawingml/2006/main">
            <a:off x="666750" y="2000250"/>
            <a:ext cx="2857500" cy="990600"/>
          </a:xfrm>
          <a:prstGeom xmlns:a="http://schemas.openxmlformats.org/drawingml/2006/main" prst="rect">
            <a:avLst/>
          </a:prstGeom>
          <a:solidFill xmlns:a="http://schemas.openxmlformats.org/drawingml/2006/main">
            <a:srgbClr val="DCE9E5"/>
          </a:solidFill>
          <a:ln xmlns:a="http://schemas.openxmlformats.org/drawingml/2006/main" w="9525">
            <a:solidFill>
              <a:srgbClr val="177D77"/>
            </a:solidFill>
          </a:ln>
        </p:spPr>
      </p:sp>
      <p:sp>
        <p:nvSpPr>
          <p:cNvPr id="7" name="">
            <a:extLst xmlns:a="http://schemas.openxmlformats.org/drawingml/2006/main">
              <a:ext uri="{FF2B5EF4-FFF2-40B4-BE49-F238E27FC236}">
                <a16:creationId xmlns:a16="http://schemas.microsoft.com/office/drawing/2014/main" id="{71A383B0-2B4E-44AF-9B93-436841A5C5F1}"/>
              </a:ext>
            </a:extLst>
          </p:cNvPr>
          <p:cNvSpPr>
            <a:spLocks xmlns:a="http://schemas.openxmlformats.org/drawingml/2006/main" noGrp="1"/>
          </p:cNvSpPr>
          <p:nvPr/>
        </p:nvSpPr>
        <p:spPr>
          <a:xfrm xmlns:a="http://schemas.openxmlformats.org/drawingml/2006/main">
            <a:off x="838200" y="2162175"/>
            <a:ext cx="25146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13D"/>
                </a:solidFill>
                <a:latin typeface="Arial"/>
                <a:ea typeface="Arial"/>
                <a:cs typeface="Arial"/>
              </a:defRPr>
            </a:defPPr>
            <a:lvl1pPr>
              <a:defRPr sz="1950" b="1">
                <a:solidFill>
                  <a:srgbClr val="17313D"/>
                </a:solidFill>
                <a:latin typeface="Arial"/>
                <a:ea typeface="Arial"/>
                <a:cs typeface="Arial"/>
              </a:defRPr>
            </a:lvl1pPr>
            <a:lvl2pPr>
              <a:defRPr sz="1950" b="1">
                <a:solidFill>
                  <a:srgbClr val="17313D"/>
                </a:solidFill>
                <a:latin typeface="Arial"/>
                <a:ea typeface="Arial"/>
                <a:cs typeface="Arial"/>
              </a:defRPr>
            </a:lvl2pPr>
            <a:lvl3pPr>
              <a:defRPr sz="1950" b="1">
                <a:solidFill>
                  <a:srgbClr val="17313D"/>
                </a:solidFill>
                <a:latin typeface="Arial"/>
                <a:ea typeface="Arial"/>
                <a:cs typeface="Arial"/>
              </a:defRPr>
            </a:lvl3pPr>
            <a:lvl4pPr>
              <a:defRPr sz="1950" b="1">
                <a:solidFill>
                  <a:srgbClr val="17313D"/>
                </a:solidFill>
                <a:latin typeface="Arial"/>
                <a:ea typeface="Arial"/>
                <a:cs typeface="Arial"/>
              </a:defRPr>
            </a:lvl4pPr>
            <a:lvl5pPr>
              <a:defRPr sz="1950" b="1">
                <a:solidFill>
                  <a:srgbClr val="17313D"/>
                </a:solidFill>
                <a:latin typeface="Arial"/>
                <a:ea typeface="Arial"/>
                <a:cs typeface="Arial"/>
              </a:defRPr>
            </a:lvl5pPr>
            <a:lvl6pPr>
              <a:defRPr sz="1950" b="1">
                <a:solidFill>
                  <a:srgbClr val="17313D"/>
                </a:solidFill>
                <a:latin typeface="Arial"/>
                <a:ea typeface="Arial"/>
                <a:cs typeface="Arial"/>
              </a:defRPr>
            </a:lvl6pPr>
            <a:lvl7pPr>
              <a:defRPr sz="1950" b="1">
                <a:solidFill>
                  <a:srgbClr val="17313D"/>
                </a:solidFill>
                <a:latin typeface="Arial"/>
                <a:ea typeface="Arial"/>
                <a:cs typeface="Arial"/>
              </a:defRPr>
            </a:lvl7pPr>
            <a:lvl8pPr>
              <a:defRPr sz="1950" b="1">
                <a:solidFill>
                  <a:srgbClr val="17313D"/>
                </a:solidFill>
                <a:latin typeface="Arial"/>
                <a:ea typeface="Arial"/>
                <a:cs typeface="Arial"/>
              </a:defRPr>
            </a:lvl8pPr>
            <a:lvl9pPr>
              <a:defRPr sz="1950" b="1">
                <a:solidFill>
                  <a:srgbClr val="17313D"/>
                </a:solidFill>
                <a:latin typeface="Arial"/>
                <a:ea typeface="Arial"/>
                <a:cs typeface="Arial"/>
              </a:defRPr>
            </a:lvl9pPr>
          </a:lstStyle>
          <a:p xmlns:a="http://schemas.openxmlformats.org/drawingml/2006/main">
            <a:pPr>
              <a:defRPr sz="1950" b="1">
                <a:solidFill>
                  <a:srgbClr val="17313D"/>
                </a:solidFill>
                <a:latin typeface="Arial"/>
                <a:ea typeface="Arial"/>
                <a:cs typeface="Arial"/>
              </a:defRPr>
            </a:pPr>
            <a:r>
              <a:rPr sz="1950" b="1">
                <a:solidFill>
                  <a:srgbClr val="17313D"/>
                </a:solidFill>
                <a:latin typeface="Arial"/>
                <a:ea typeface="Arial"/>
                <a:cs typeface="Arial"/>
              </a:rPr>
              <a:t>Provider decision</a:t>
            </a:r>
          </a:p>
          <a:p xmlns:a="http://schemas.openxmlformats.org/drawingml/2006/main">
            <a:pPr>
              <a:defRPr sz="1950" b="1">
                <a:solidFill>
                  <a:srgbClr val="17313D"/>
                </a:solidFill>
                <a:latin typeface="Arial"/>
                <a:ea typeface="Arial"/>
                <a:cs typeface="Arial"/>
              </a:defRPr>
            </a:pPr>
            <a:r>
              <a:rPr sz="1950" b="1">
                <a:solidFill>
                  <a:srgbClr val="17313D"/>
                </a:solidFill>
                <a:latin typeface="Arial"/>
                <a:ea typeface="Arial"/>
                <a:cs typeface="Arial"/>
              </a:rPr>
              <a:t>Apple or OpenAI</a:t>
            </a:r>
          </a:p>
        </p:txBody>
      </p:sp>
      <p:sp>
        <p:nvSpPr>
          <p:cNvPr id="8" name="">
            <a:extLst xmlns:a="http://schemas.openxmlformats.org/drawingml/2006/main">
              <a:ext uri="{FF2B5EF4-FFF2-40B4-BE49-F238E27FC236}">
                <a16:creationId xmlns:a16="http://schemas.microsoft.com/office/drawing/2014/main" id="{63DAADB6-3E0F-45D0-ADD1-5742A90E8B13}"/>
              </a:ext>
            </a:extLst>
          </p:cNvPr>
          <p:cNvSpPr>
            <a:spLocks xmlns:a="http://schemas.openxmlformats.org/drawingml/2006/main" noGrp="1"/>
          </p:cNvSpPr>
          <p:nvPr/>
        </p:nvSpPr>
        <p:spPr>
          <a:xfrm xmlns:a="http://schemas.openxmlformats.org/drawingml/2006/main">
            <a:off x="4524375" y="2000250"/>
            <a:ext cx="2857500" cy="990600"/>
          </a:xfrm>
          <a:prstGeom xmlns:a="http://schemas.openxmlformats.org/drawingml/2006/main" prst="rect">
            <a:avLst/>
          </a:prstGeom>
          <a:solidFill xmlns:a="http://schemas.openxmlformats.org/drawingml/2006/main">
            <a:srgbClr val="DCE9E5"/>
          </a:solidFill>
          <a:ln xmlns:a="http://schemas.openxmlformats.org/drawingml/2006/main" w="9525">
            <a:solidFill>
              <a:srgbClr val="177D77"/>
            </a:solidFill>
          </a:ln>
        </p:spPr>
      </p:sp>
      <p:sp>
        <p:nvSpPr>
          <p:cNvPr id="9" name="">
            <a:extLst xmlns:a="http://schemas.openxmlformats.org/drawingml/2006/main">
              <a:ext uri="{FF2B5EF4-FFF2-40B4-BE49-F238E27FC236}">
                <a16:creationId xmlns:a16="http://schemas.microsoft.com/office/drawing/2014/main" id="{5C81C1AC-E353-445C-98F5-973B5157C050}"/>
              </a:ext>
            </a:extLst>
          </p:cNvPr>
          <p:cNvSpPr>
            <a:spLocks xmlns:a="http://schemas.openxmlformats.org/drawingml/2006/main" noGrp="1"/>
          </p:cNvSpPr>
          <p:nvPr/>
        </p:nvSpPr>
        <p:spPr>
          <a:xfrm xmlns:a="http://schemas.openxmlformats.org/drawingml/2006/main">
            <a:off x="4695825" y="2162175"/>
            <a:ext cx="25146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13D"/>
                </a:solidFill>
                <a:latin typeface="Arial"/>
                <a:ea typeface="Arial"/>
                <a:cs typeface="Arial"/>
              </a:defRPr>
            </a:defPPr>
            <a:lvl1pPr>
              <a:defRPr sz="1950" b="1">
                <a:solidFill>
                  <a:srgbClr val="17313D"/>
                </a:solidFill>
                <a:latin typeface="Arial"/>
                <a:ea typeface="Arial"/>
                <a:cs typeface="Arial"/>
              </a:defRPr>
            </a:lvl1pPr>
            <a:lvl2pPr>
              <a:defRPr sz="1950" b="1">
                <a:solidFill>
                  <a:srgbClr val="17313D"/>
                </a:solidFill>
                <a:latin typeface="Arial"/>
                <a:ea typeface="Arial"/>
                <a:cs typeface="Arial"/>
              </a:defRPr>
            </a:lvl2pPr>
            <a:lvl3pPr>
              <a:defRPr sz="1950" b="1">
                <a:solidFill>
                  <a:srgbClr val="17313D"/>
                </a:solidFill>
                <a:latin typeface="Arial"/>
                <a:ea typeface="Arial"/>
                <a:cs typeface="Arial"/>
              </a:defRPr>
            </a:lvl3pPr>
            <a:lvl4pPr>
              <a:defRPr sz="1950" b="1">
                <a:solidFill>
                  <a:srgbClr val="17313D"/>
                </a:solidFill>
                <a:latin typeface="Arial"/>
                <a:ea typeface="Arial"/>
                <a:cs typeface="Arial"/>
              </a:defRPr>
            </a:lvl4pPr>
            <a:lvl5pPr>
              <a:defRPr sz="1950" b="1">
                <a:solidFill>
                  <a:srgbClr val="17313D"/>
                </a:solidFill>
                <a:latin typeface="Arial"/>
                <a:ea typeface="Arial"/>
                <a:cs typeface="Arial"/>
              </a:defRPr>
            </a:lvl5pPr>
            <a:lvl6pPr>
              <a:defRPr sz="1950" b="1">
                <a:solidFill>
                  <a:srgbClr val="17313D"/>
                </a:solidFill>
                <a:latin typeface="Arial"/>
                <a:ea typeface="Arial"/>
                <a:cs typeface="Arial"/>
              </a:defRPr>
            </a:lvl6pPr>
            <a:lvl7pPr>
              <a:defRPr sz="1950" b="1">
                <a:solidFill>
                  <a:srgbClr val="17313D"/>
                </a:solidFill>
                <a:latin typeface="Arial"/>
                <a:ea typeface="Arial"/>
                <a:cs typeface="Arial"/>
              </a:defRPr>
            </a:lvl7pPr>
            <a:lvl8pPr>
              <a:defRPr sz="1950" b="1">
                <a:solidFill>
                  <a:srgbClr val="17313D"/>
                </a:solidFill>
                <a:latin typeface="Arial"/>
                <a:ea typeface="Arial"/>
                <a:cs typeface="Arial"/>
              </a:defRPr>
            </a:lvl8pPr>
            <a:lvl9pPr>
              <a:defRPr sz="1950" b="1">
                <a:solidFill>
                  <a:srgbClr val="17313D"/>
                </a:solidFill>
                <a:latin typeface="Arial"/>
                <a:ea typeface="Arial"/>
                <a:cs typeface="Arial"/>
              </a:defRPr>
            </a:lvl9pPr>
          </a:lstStyle>
          <a:p xmlns:a="http://schemas.openxmlformats.org/drawingml/2006/main">
            <a:pPr>
              <a:defRPr sz="1950" b="1">
                <a:solidFill>
                  <a:srgbClr val="17313D"/>
                </a:solidFill>
                <a:latin typeface="Arial"/>
                <a:ea typeface="Arial"/>
                <a:cs typeface="Arial"/>
              </a:defRPr>
            </a:pPr>
            <a:r>
              <a:rPr sz="1950" b="1">
                <a:solidFill>
                  <a:srgbClr val="17313D"/>
                </a:solidFill>
                <a:latin typeface="Arial"/>
                <a:ea typeface="Arial"/>
                <a:cs typeface="Arial"/>
              </a:rPr>
              <a:t>Validated tool call</a:t>
            </a:r>
          </a:p>
          <a:p xmlns:a="http://schemas.openxmlformats.org/drawingml/2006/main">
            <a:pPr>
              <a:defRPr sz="1950" b="1">
                <a:solidFill>
                  <a:srgbClr val="17313D"/>
                </a:solidFill>
                <a:latin typeface="Arial"/>
                <a:ea typeface="Arial"/>
                <a:cs typeface="Arial"/>
              </a:defRPr>
            </a:pPr>
            <a:r>
              <a:rPr sz="1950" b="1">
                <a:solidFill>
                  <a:srgbClr val="17313D"/>
                </a:solidFill>
                <a:latin typeface="Arial"/>
                <a:ea typeface="Arial"/>
                <a:cs typeface="Arial"/>
              </a:rPr>
              <a:t>agent_tools.py</a:t>
            </a:r>
          </a:p>
        </p:txBody>
      </p:sp>
      <p:sp>
        <p:nvSpPr>
          <p:cNvPr id="10" name="">
            <a:extLst xmlns:a="http://schemas.openxmlformats.org/drawingml/2006/main">
              <a:ext uri="{FF2B5EF4-FFF2-40B4-BE49-F238E27FC236}">
                <a16:creationId xmlns:a16="http://schemas.microsoft.com/office/drawing/2014/main" id="{61C3E697-6B9C-4F04-A186-A13479C7B2A2}"/>
              </a:ext>
            </a:extLst>
          </p:cNvPr>
          <p:cNvSpPr>
            <a:spLocks xmlns:a="http://schemas.openxmlformats.org/drawingml/2006/main" noGrp="1"/>
          </p:cNvSpPr>
          <p:nvPr/>
        </p:nvSpPr>
        <p:spPr>
          <a:xfrm xmlns:a="http://schemas.openxmlformats.org/drawingml/2006/main">
            <a:off x="8382000" y="2000250"/>
            <a:ext cx="3143250" cy="990600"/>
          </a:xfrm>
          <a:prstGeom xmlns:a="http://schemas.openxmlformats.org/drawingml/2006/main" prst="rect">
            <a:avLst/>
          </a:prstGeom>
          <a:solidFill xmlns:a="http://schemas.openxmlformats.org/drawingml/2006/main">
            <a:srgbClr val="DCE9E5"/>
          </a:solidFill>
          <a:ln xmlns:a="http://schemas.openxmlformats.org/drawingml/2006/main" w="9525">
            <a:solidFill>
              <a:srgbClr val="177D77"/>
            </a:solidFill>
          </a:ln>
        </p:spPr>
      </p:sp>
      <p:sp>
        <p:nvSpPr>
          <p:cNvPr id="11" name="">
            <a:extLst xmlns:a="http://schemas.openxmlformats.org/drawingml/2006/main">
              <a:ext uri="{FF2B5EF4-FFF2-40B4-BE49-F238E27FC236}">
                <a16:creationId xmlns:a16="http://schemas.microsoft.com/office/drawing/2014/main" id="{6EF6A1D2-2F38-40B0-91E0-20DC62EFEF53}"/>
              </a:ext>
            </a:extLst>
          </p:cNvPr>
          <p:cNvSpPr>
            <a:spLocks xmlns:a="http://schemas.openxmlformats.org/drawingml/2006/main" noGrp="1"/>
          </p:cNvSpPr>
          <p:nvPr/>
        </p:nvSpPr>
        <p:spPr>
          <a:xfrm xmlns:a="http://schemas.openxmlformats.org/drawingml/2006/main">
            <a:off x="8553450" y="2162175"/>
            <a:ext cx="28003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13D"/>
                </a:solidFill>
                <a:latin typeface="Arial"/>
                <a:ea typeface="Arial"/>
                <a:cs typeface="Arial"/>
              </a:defRPr>
            </a:defPPr>
            <a:lvl1pPr>
              <a:defRPr sz="1950" b="1">
                <a:solidFill>
                  <a:srgbClr val="17313D"/>
                </a:solidFill>
                <a:latin typeface="Arial"/>
                <a:ea typeface="Arial"/>
                <a:cs typeface="Arial"/>
              </a:defRPr>
            </a:lvl1pPr>
            <a:lvl2pPr>
              <a:defRPr sz="1950" b="1">
                <a:solidFill>
                  <a:srgbClr val="17313D"/>
                </a:solidFill>
                <a:latin typeface="Arial"/>
                <a:ea typeface="Arial"/>
                <a:cs typeface="Arial"/>
              </a:defRPr>
            </a:lvl2pPr>
            <a:lvl3pPr>
              <a:defRPr sz="1950" b="1">
                <a:solidFill>
                  <a:srgbClr val="17313D"/>
                </a:solidFill>
                <a:latin typeface="Arial"/>
                <a:ea typeface="Arial"/>
                <a:cs typeface="Arial"/>
              </a:defRPr>
            </a:lvl3pPr>
            <a:lvl4pPr>
              <a:defRPr sz="1950" b="1">
                <a:solidFill>
                  <a:srgbClr val="17313D"/>
                </a:solidFill>
                <a:latin typeface="Arial"/>
                <a:ea typeface="Arial"/>
                <a:cs typeface="Arial"/>
              </a:defRPr>
            </a:lvl4pPr>
            <a:lvl5pPr>
              <a:defRPr sz="1950" b="1">
                <a:solidFill>
                  <a:srgbClr val="17313D"/>
                </a:solidFill>
                <a:latin typeface="Arial"/>
                <a:ea typeface="Arial"/>
                <a:cs typeface="Arial"/>
              </a:defRPr>
            </a:lvl5pPr>
            <a:lvl6pPr>
              <a:defRPr sz="1950" b="1">
                <a:solidFill>
                  <a:srgbClr val="17313D"/>
                </a:solidFill>
                <a:latin typeface="Arial"/>
                <a:ea typeface="Arial"/>
                <a:cs typeface="Arial"/>
              </a:defRPr>
            </a:lvl6pPr>
            <a:lvl7pPr>
              <a:defRPr sz="1950" b="1">
                <a:solidFill>
                  <a:srgbClr val="17313D"/>
                </a:solidFill>
                <a:latin typeface="Arial"/>
                <a:ea typeface="Arial"/>
                <a:cs typeface="Arial"/>
              </a:defRPr>
            </a:lvl7pPr>
            <a:lvl8pPr>
              <a:defRPr sz="1950" b="1">
                <a:solidFill>
                  <a:srgbClr val="17313D"/>
                </a:solidFill>
                <a:latin typeface="Arial"/>
                <a:ea typeface="Arial"/>
                <a:cs typeface="Arial"/>
              </a:defRPr>
            </a:lvl8pPr>
            <a:lvl9pPr>
              <a:defRPr sz="1950" b="1">
                <a:solidFill>
                  <a:srgbClr val="17313D"/>
                </a:solidFill>
                <a:latin typeface="Arial"/>
                <a:ea typeface="Arial"/>
                <a:cs typeface="Arial"/>
              </a:defRPr>
            </a:lvl9pPr>
          </a:lstStyle>
          <a:p xmlns:a="http://schemas.openxmlformats.org/drawingml/2006/main">
            <a:pPr>
              <a:defRPr sz="1950" b="1">
                <a:solidFill>
                  <a:srgbClr val="17313D"/>
                </a:solidFill>
                <a:latin typeface="Arial"/>
                <a:ea typeface="Arial"/>
                <a:cs typeface="Arial"/>
              </a:defRPr>
            </a:pPr>
            <a:r>
              <a:rPr sz="1950" b="1">
                <a:solidFill>
                  <a:srgbClr val="17313D"/>
                </a:solidFill>
                <a:latin typeface="Arial"/>
                <a:ea typeface="Arial"/>
                <a:cs typeface="Arial"/>
              </a:rPr>
              <a:t>Read-only evidence</a:t>
            </a:r>
          </a:p>
          <a:p xmlns:a="http://schemas.openxmlformats.org/drawingml/2006/main">
            <a:pPr>
              <a:defRPr sz="1950" b="1">
                <a:solidFill>
                  <a:srgbClr val="17313D"/>
                </a:solidFill>
                <a:latin typeface="Arial"/>
                <a:ea typeface="Arial"/>
                <a:cs typeface="Arial"/>
              </a:defRPr>
            </a:pPr>
            <a:r>
              <a:rPr sz="1950" b="1">
                <a:solidFill>
                  <a:srgbClr val="17313D"/>
                </a:solidFill>
                <a:latin typeface="Arial"/>
                <a:ea typeface="Arial"/>
                <a:cs typeface="Arial"/>
              </a:rPr>
              <a:t>SQLite + query.py</a:t>
            </a:r>
          </a:p>
        </p:txBody>
      </p:sp>
      <p:sp>
        <p:nvSpPr>
          <p:cNvPr id="12" name="">
            <a:extLst xmlns:a="http://schemas.openxmlformats.org/drawingml/2006/main">
              <a:ext uri="{FF2B5EF4-FFF2-40B4-BE49-F238E27FC236}">
                <a16:creationId xmlns:a16="http://schemas.microsoft.com/office/drawing/2014/main" id="{91284246-32A8-45E0-A3A4-7FDD6C4F9854}"/>
              </a:ext>
            </a:extLst>
          </p:cNvPr>
          <p:cNvSpPr>
            <a:spLocks xmlns:a="http://schemas.openxmlformats.org/drawingml/2006/main" noGrp="1"/>
          </p:cNvSpPr>
          <p:nvPr/>
        </p:nvSpPr>
        <p:spPr>
          <a:xfrm xmlns:a="http://schemas.openxmlformats.org/drawingml/2006/main">
            <a:off x="4524375" y="3857625"/>
            <a:ext cx="2857500" cy="990600"/>
          </a:xfrm>
          <a:prstGeom xmlns:a="http://schemas.openxmlformats.org/drawingml/2006/main" prst="rect">
            <a:avLst/>
          </a:prstGeom>
          <a:solidFill xmlns:a="http://schemas.openxmlformats.org/drawingml/2006/main">
            <a:srgbClr val="DCE9E5"/>
          </a:solidFill>
          <a:ln xmlns:a="http://schemas.openxmlformats.org/drawingml/2006/main" w="9525">
            <a:solidFill>
              <a:srgbClr val="177D77"/>
            </a:solidFill>
          </a:ln>
        </p:spPr>
      </p:sp>
      <p:sp>
        <p:nvSpPr>
          <p:cNvPr id="13" name="">
            <a:extLst xmlns:a="http://schemas.openxmlformats.org/drawingml/2006/main">
              <a:ext uri="{FF2B5EF4-FFF2-40B4-BE49-F238E27FC236}">
                <a16:creationId xmlns:a16="http://schemas.microsoft.com/office/drawing/2014/main" id="{5C54CC9C-064E-4602-9DEF-F25104D6E219}"/>
              </a:ext>
            </a:extLst>
          </p:cNvPr>
          <p:cNvSpPr>
            <a:spLocks xmlns:a="http://schemas.openxmlformats.org/drawingml/2006/main" noGrp="1"/>
          </p:cNvSpPr>
          <p:nvPr/>
        </p:nvSpPr>
        <p:spPr>
          <a:xfrm xmlns:a="http://schemas.openxmlformats.org/drawingml/2006/main">
            <a:off x="4695825" y="4019550"/>
            <a:ext cx="25146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13D"/>
                </a:solidFill>
                <a:latin typeface="Arial"/>
                <a:ea typeface="Arial"/>
                <a:cs typeface="Arial"/>
              </a:defRPr>
            </a:defPPr>
            <a:lvl1pPr>
              <a:defRPr sz="1950" b="1">
                <a:solidFill>
                  <a:srgbClr val="17313D"/>
                </a:solidFill>
                <a:latin typeface="Arial"/>
                <a:ea typeface="Arial"/>
                <a:cs typeface="Arial"/>
              </a:defRPr>
            </a:lvl1pPr>
            <a:lvl2pPr>
              <a:defRPr sz="1950" b="1">
                <a:solidFill>
                  <a:srgbClr val="17313D"/>
                </a:solidFill>
                <a:latin typeface="Arial"/>
                <a:ea typeface="Arial"/>
                <a:cs typeface="Arial"/>
              </a:defRPr>
            </a:lvl2pPr>
            <a:lvl3pPr>
              <a:defRPr sz="1950" b="1">
                <a:solidFill>
                  <a:srgbClr val="17313D"/>
                </a:solidFill>
                <a:latin typeface="Arial"/>
                <a:ea typeface="Arial"/>
                <a:cs typeface="Arial"/>
              </a:defRPr>
            </a:lvl3pPr>
            <a:lvl4pPr>
              <a:defRPr sz="1950" b="1">
                <a:solidFill>
                  <a:srgbClr val="17313D"/>
                </a:solidFill>
                <a:latin typeface="Arial"/>
                <a:ea typeface="Arial"/>
                <a:cs typeface="Arial"/>
              </a:defRPr>
            </a:lvl4pPr>
            <a:lvl5pPr>
              <a:defRPr sz="1950" b="1">
                <a:solidFill>
                  <a:srgbClr val="17313D"/>
                </a:solidFill>
                <a:latin typeface="Arial"/>
                <a:ea typeface="Arial"/>
                <a:cs typeface="Arial"/>
              </a:defRPr>
            </a:lvl5pPr>
            <a:lvl6pPr>
              <a:defRPr sz="1950" b="1">
                <a:solidFill>
                  <a:srgbClr val="17313D"/>
                </a:solidFill>
                <a:latin typeface="Arial"/>
                <a:ea typeface="Arial"/>
                <a:cs typeface="Arial"/>
              </a:defRPr>
            </a:lvl6pPr>
            <a:lvl7pPr>
              <a:defRPr sz="1950" b="1">
                <a:solidFill>
                  <a:srgbClr val="17313D"/>
                </a:solidFill>
                <a:latin typeface="Arial"/>
                <a:ea typeface="Arial"/>
                <a:cs typeface="Arial"/>
              </a:defRPr>
            </a:lvl7pPr>
            <a:lvl8pPr>
              <a:defRPr sz="1950" b="1">
                <a:solidFill>
                  <a:srgbClr val="17313D"/>
                </a:solidFill>
                <a:latin typeface="Arial"/>
                <a:ea typeface="Arial"/>
                <a:cs typeface="Arial"/>
              </a:defRPr>
            </a:lvl8pPr>
            <a:lvl9pPr>
              <a:defRPr sz="1950" b="1">
                <a:solidFill>
                  <a:srgbClr val="17313D"/>
                </a:solidFill>
                <a:latin typeface="Arial"/>
                <a:ea typeface="Arial"/>
                <a:cs typeface="Arial"/>
              </a:defRPr>
            </a:lvl9pPr>
          </a:lstStyle>
          <a:p xmlns:a="http://schemas.openxmlformats.org/drawingml/2006/main">
            <a:pPr>
              <a:defRPr sz="1950" b="1">
                <a:solidFill>
                  <a:srgbClr val="17313D"/>
                </a:solidFill>
                <a:latin typeface="Arial"/>
                <a:ea typeface="Arial"/>
                <a:cs typeface="Arial"/>
              </a:defRPr>
            </a:pPr>
            <a:r>
              <a:rPr sz="1950" b="1">
                <a:solidFill>
                  <a:srgbClr val="17313D"/>
                </a:solidFill>
                <a:latin typeface="Arial"/>
                <a:ea typeface="Arial"/>
                <a:cs typeface="Arial"/>
              </a:rPr>
              <a:t>Evidence ledger</a:t>
            </a:r>
          </a:p>
          <a:p xmlns:a="http://schemas.openxmlformats.org/drawingml/2006/main">
            <a:pPr>
              <a:defRPr sz="1950" b="1">
                <a:solidFill>
                  <a:srgbClr val="17313D"/>
                </a:solidFill>
                <a:latin typeface="Arial"/>
                <a:ea typeface="Arial"/>
                <a:cs typeface="Arial"/>
              </a:defRPr>
            </a:pPr>
            <a:r>
              <a:rPr sz="1950" b="1">
                <a:solidFill>
                  <a:srgbClr val="17313D"/>
                </a:solidFill>
                <a:latin typeface="Arial"/>
                <a:ea typeface="Arial"/>
                <a:cs typeface="Arial"/>
              </a:rPr>
              <a:t>observed results</a:t>
            </a:r>
          </a:p>
        </p:txBody>
      </p:sp>
      <p:sp>
        <p:nvSpPr>
          <p:cNvPr id="14" name="">
            <a:extLst xmlns:a="http://schemas.openxmlformats.org/drawingml/2006/main">
              <a:ext uri="{FF2B5EF4-FFF2-40B4-BE49-F238E27FC236}">
                <a16:creationId xmlns:a16="http://schemas.microsoft.com/office/drawing/2014/main" id="{54162254-7D70-433E-87B8-B120A9A825F4}"/>
              </a:ext>
            </a:extLst>
          </p:cNvPr>
          <p:cNvSpPr>
            <a:spLocks xmlns:a="http://schemas.openxmlformats.org/drawingml/2006/main" noGrp="1"/>
          </p:cNvSpPr>
          <p:nvPr/>
        </p:nvSpPr>
        <p:spPr>
          <a:xfrm xmlns:a="http://schemas.openxmlformats.org/drawingml/2006/main">
            <a:off x="666750" y="3857625"/>
            <a:ext cx="2857500" cy="990600"/>
          </a:xfrm>
          <a:prstGeom xmlns:a="http://schemas.openxmlformats.org/drawingml/2006/main" prst="rect">
            <a:avLst/>
          </a:prstGeom>
          <a:solidFill xmlns:a="http://schemas.openxmlformats.org/drawingml/2006/main">
            <a:srgbClr val="DCE9E5"/>
          </a:solidFill>
          <a:ln xmlns:a="http://schemas.openxmlformats.org/drawingml/2006/main" w="9525">
            <a:solidFill>
              <a:srgbClr val="177D77"/>
            </a:solidFill>
          </a:ln>
        </p:spPr>
      </p:sp>
      <p:sp>
        <p:nvSpPr>
          <p:cNvPr id="15" name="">
            <a:extLst xmlns:a="http://schemas.openxmlformats.org/drawingml/2006/main">
              <a:ext uri="{FF2B5EF4-FFF2-40B4-BE49-F238E27FC236}">
                <a16:creationId xmlns:a16="http://schemas.microsoft.com/office/drawing/2014/main" id="{938F6991-73A9-4ED0-BC17-2EB2176462E5}"/>
              </a:ext>
            </a:extLst>
          </p:cNvPr>
          <p:cNvSpPr>
            <a:spLocks xmlns:a="http://schemas.openxmlformats.org/drawingml/2006/main" noGrp="1"/>
          </p:cNvSpPr>
          <p:nvPr/>
        </p:nvSpPr>
        <p:spPr>
          <a:xfrm xmlns:a="http://schemas.openxmlformats.org/drawingml/2006/main">
            <a:off x="838200" y="4019550"/>
            <a:ext cx="25146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17313D"/>
                </a:solidFill>
                <a:latin typeface="Arial"/>
                <a:ea typeface="Arial"/>
                <a:cs typeface="Arial"/>
              </a:defRPr>
            </a:defPPr>
            <a:lvl1pPr>
              <a:defRPr sz="1950" b="1">
                <a:solidFill>
                  <a:srgbClr val="17313D"/>
                </a:solidFill>
                <a:latin typeface="Arial"/>
                <a:ea typeface="Arial"/>
                <a:cs typeface="Arial"/>
              </a:defRPr>
            </a:lvl1pPr>
            <a:lvl2pPr>
              <a:defRPr sz="1950" b="1">
                <a:solidFill>
                  <a:srgbClr val="17313D"/>
                </a:solidFill>
                <a:latin typeface="Arial"/>
                <a:ea typeface="Arial"/>
                <a:cs typeface="Arial"/>
              </a:defRPr>
            </a:lvl2pPr>
            <a:lvl3pPr>
              <a:defRPr sz="1950" b="1">
                <a:solidFill>
                  <a:srgbClr val="17313D"/>
                </a:solidFill>
                <a:latin typeface="Arial"/>
                <a:ea typeface="Arial"/>
                <a:cs typeface="Arial"/>
              </a:defRPr>
            </a:lvl3pPr>
            <a:lvl4pPr>
              <a:defRPr sz="1950" b="1">
                <a:solidFill>
                  <a:srgbClr val="17313D"/>
                </a:solidFill>
                <a:latin typeface="Arial"/>
                <a:ea typeface="Arial"/>
                <a:cs typeface="Arial"/>
              </a:defRPr>
            </a:lvl4pPr>
            <a:lvl5pPr>
              <a:defRPr sz="1950" b="1">
                <a:solidFill>
                  <a:srgbClr val="17313D"/>
                </a:solidFill>
                <a:latin typeface="Arial"/>
                <a:ea typeface="Arial"/>
                <a:cs typeface="Arial"/>
              </a:defRPr>
            </a:lvl5pPr>
            <a:lvl6pPr>
              <a:defRPr sz="1950" b="1">
                <a:solidFill>
                  <a:srgbClr val="17313D"/>
                </a:solidFill>
                <a:latin typeface="Arial"/>
                <a:ea typeface="Arial"/>
                <a:cs typeface="Arial"/>
              </a:defRPr>
            </a:lvl6pPr>
            <a:lvl7pPr>
              <a:defRPr sz="1950" b="1">
                <a:solidFill>
                  <a:srgbClr val="17313D"/>
                </a:solidFill>
                <a:latin typeface="Arial"/>
                <a:ea typeface="Arial"/>
                <a:cs typeface="Arial"/>
              </a:defRPr>
            </a:lvl7pPr>
            <a:lvl8pPr>
              <a:defRPr sz="1950" b="1">
                <a:solidFill>
                  <a:srgbClr val="17313D"/>
                </a:solidFill>
                <a:latin typeface="Arial"/>
                <a:ea typeface="Arial"/>
                <a:cs typeface="Arial"/>
              </a:defRPr>
            </a:lvl8pPr>
            <a:lvl9pPr>
              <a:defRPr sz="1950" b="1">
                <a:solidFill>
                  <a:srgbClr val="17313D"/>
                </a:solidFill>
                <a:latin typeface="Arial"/>
                <a:ea typeface="Arial"/>
                <a:cs typeface="Arial"/>
              </a:defRPr>
            </a:lvl9pPr>
          </a:lstStyle>
          <a:p xmlns:a="http://schemas.openxmlformats.org/drawingml/2006/main">
            <a:pPr>
              <a:defRPr sz="1950" b="1">
                <a:solidFill>
                  <a:srgbClr val="17313D"/>
                </a:solidFill>
                <a:latin typeface="Arial"/>
                <a:ea typeface="Arial"/>
                <a:cs typeface="Arial"/>
              </a:defRPr>
            </a:pPr>
            <a:r>
              <a:rPr sz="1950" b="1">
                <a:solidFill>
                  <a:srgbClr val="17313D"/>
                </a:solidFill>
                <a:latin typeface="Arial"/>
                <a:ea typeface="Arial"/>
                <a:cs typeface="Arial"/>
              </a:rPr>
              <a:t>Answer validation</a:t>
            </a:r>
          </a:p>
          <a:p xmlns:a="http://schemas.openxmlformats.org/drawingml/2006/main">
            <a:pPr>
              <a:defRPr sz="1950" b="1">
                <a:solidFill>
                  <a:srgbClr val="17313D"/>
                </a:solidFill>
                <a:latin typeface="Arial"/>
                <a:ea typeface="Arial"/>
                <a:cs typeface="Arial"/>
              </a:defRPr>
            </a:pPr>
            <a:r>
              <a:rPr sz="1950" b="1">
                <a:solidFill>
                  <a:srgbClr val="17313D"/>
                </a:solidFill>
                <a:latin typeface="Arial"/>
                <a:ea typeface="Arial"/>
                <a:cs typeface="Arial"/>
              </a:rPr>
              <a:t>Python renderer</a:t>
            </a:r>
          </a:p>
        </p:txBody>
      </p:sp>
      <p:cxnSp>
        <p:nvCxnSpPr>
          <p:cNvPr id="19" name="">
            <a:extLst xmlns:a="http://schemas.openxmlformats.org/drawingml/2006/main">
              <a:ext uri="{FF2B5EF4-FFF2-40B4-BE49-F238E27FC236}">
                <a16:creationId xmlns:a16="http://schemas.microsoft.com/office/drawing/2014/main" id="{14C9B882-D4FF-4C8F-836E-5E3F4E7E367B}"/>
              </a:ext>
            </a:extLst>
          </p:cNvPr>
          <p:cNvCxnSpPr/>
          <p:nvPr/>
        </p:nvCxnSpPr>
        <p:spPr>
          <a:xfrm xmlns:a="http://schemas.openxmlformats.org/drawingml/2006/main">
            <a:off x="5953125" y="3238500"/>
            <a:ext cx="0" cy="619125"/>
          </a:xfrm>
          <a:prstGeom xmlns:a="http://schemas.openxmlformats.org/drawingml/2006/main" prst="straightConnector1">
            <a:avLst/>
          </a:prstGeom>
          <a:ln xmlns:a="http://schemas.openxmlformats.org/drawingml/2006/main" w="19050">
            <a:solidFill>
              <a:srgbClr val="177D77"/>
            </a:solidFill>
            <a:prstDash val="dash"/>
          </a:ln>
        </p:spPr>
      </p:cxnSp>
      <p:cxnSp>
        <p:nvCxnSpPr>
          <p:cNvPr id="20" name="">
            <a:extLst xmlns:a="http://schemas.openxmlformats.org/drawingml/2006/main">
              <a:ext uri="{FF2B5EF4-FFF2-40B4-BE49-F238E27FC236}">
                <a16:creationId xmlns:a16="http://schemas.microsoft.com/office/drawing/2014/main" id="{A4CF9F7B-45CF-4E1B-B8CC-158E47B41494}"/>
              </a:ext>
            </a:extLst>
          </p:cNvPr>
          <p:cNvCxnSpPr/>
          <p:nvPr/>
        </p:nvCxnSpPr>
        <p:spPr>
          <a:xfrm xmlns:a="http://schemas.openxmlformats.org/drawingml/2006/main">
            <a:off x="2095500" y="3238500"/>
            <a:ext cx="3857625" cy="0"/>
          </a:xfrm>
          <a:prstGeom xmlns:a="http://schemas.openxmlformats.org/drawingml/2006/main" prst="straightConnector1">
            <a:avLst/>
          </a:prstGeom>
          <a:ln xmlns:a="http://schemas.openxmlformats.org/drawingml/2006/main" w="19050">
            <a:solidFill>
              <a:srgbClr val="177D77"/>
            </a:solidFill>
            <a:prstDash val="dash"/>
          </a:ln>
        </p:spPr>
      </p:cxnSp>
      <p:cxnSp>
        <p:nvCxnSpPr>
          <p:cNvPr id="21" name="">
            <a:extLst xmlns:a="http://schemas.openxmlformats.org/drawingml/2006/main">
              <a:ext uri="{FF2B5EF4-FFF2-40B4-BE49-F238E27FC236}">
                <a16:creationId xmlns:a16="http://schemas.microsoft.com/office/drawing/2014/main" id="{ADD826BB-4F11-463B-BAD1-D7E35B9DEB27}"/>
              </a:ext>
            </a:extLst>
          </p:cNvPr>
          <p:cNvCxnSpPr/>
          <p:nvPr/>
        </p:nvCxnSpPr>
        <p:spPr>
          <a:xfrm xmlns:a="http://schemas.openxmlformats.org/drawingml/2006/main">
            <a:off x="2095500" y="2990850"/>
            <a:ext cx="0" cy="247650"/>
          </a:xfrm>
          <a:prstGeom xmlns:a="http://schemas.openxmlformats.org/drawingml/2006/main" prst="straightConnector1">
            <a:avLst/>
          </a:prstGeom>
          <a:ln xmlns:a="http://schemas.openxmlformats.org/drawingml/2006/main" w="19050">
            <a:solidFill>
              <a:srgbClr val="177D77"/>
            </a:solidFill>
            <a:prstDash val="dash"/>
            <a:headEnd type="arrow" w="med" len="med"/>
          </a:ln>
        </p:spPr>
      </p:cxnSp>
      <p:sp>
        <p:nvSpPr>
          <p:cNvPr id="23" name="">
            <a:extLst xmlns:a="http://schemas.openxmlformats.org/drawingml/2006/main">
              <a:ext uri="{FF2B5EF4-FFF2-40B4-BE49-F238E27FC236}">
                <a16:creationId xmlns:a16="http://schemas.microsoft.com/office/drawing/2014/main" id="{480A32D3-CEE9-44C2-B6E4-58596DE929BD}"/>
              </a:ext>
            </a:extLst>
          </p:cNvPr>
          <p:cNvSpPr>
            <a:spLocks xmlns:a="http://schemas.openxmlformats.org/drawingml/2006/main" noGrp="1"/>
          </p:cNvSpPr>
          <p:nvPr/>
        </p:nvSpPr>
        <p:spPr>
          <a:xfrm xmlns:a="http://schemas.openxmlformats.org/drawingml/2006/main">
            <a:off x="6286500" y="3286125"/>
            <a:ext cx="504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77D77"/>
                </a:solidFill>
                <a:latin typeface="Arial"/>
                <a:ea typeface="Arial"/>
                <a:cs typeface="Arial"/>
              </a:defRPr>
            </a:defPPr>
            <a:lvl1pPr>
              <a:defRPr sz="1575" b="0">
                <a:solidFill>
                  <a:srgbClr val="177D77"/>
                </a:solidFill>
                <a:latin typeface="Arial"/>
                <a:ea typeface="Arial"/>
                <a:cs typeface="Arial"/>
              </a:defRPr>
            </a:lvl1pPr>
            <a:lvl2pPr>
              <a:defRPr sz="1575" b="0">
                <a:solidFill>
                  <a:srgbClr val="177D77"/>
                </a:solidFill>
                <a:latin typeface="Arial"/>
                <a:ea typeface="Arial"/>
                <a:cs typeface="Arial"/>
              </a:defRPr>
            </a:lvl2pPr>
            <a:lvl3pPr>
              <a:defRPr sz="1575" b="0">
                <a:solidFill>
                  <a:srgbClr val="177D77"/>
                </a:solidFill>
                <a:latin typeface="Arial"/>
                <a:ea typeface="Arial"/>
                <a:cs typeface="Arial"/>
              </a:defRPr>
            </a:lvl3pPr>
            <a:lvl4pPr>
              <a:defRPr sz="1575" b="0">
                <a:solidFill>
                  <a:srgbClr val="177D77"/>
                </a:solidFill>
                <a:latin typeface="Arial"/>
                <a:ea typeface="Arial"/>
                <a:cs typeface="Arial"/>
              </a:defRPr>
            </a:lvl4pPr>
            <a:lvl5pPr>
              <a:defRPr sz="1575" b="0">
                <a:solidFill>
                  <a:srgbClr val="177D77"/>
                </a:solidFill>
                <a:latin typeface="Arial"/>
                <a:ea typeface="Arial"/>
                <a:cs typeface="Arial"/>
              </a:defRPr>
            </a:lvl5pPr>
            <a:lvl6pPr>
              <a:defRPr sz="1575" b="0">
                <a:solidFill>
                  <a:srgbClr val="177D77"/>
                </a:solidFill>
                <a:latin typeface="Arial"/>
                <a:ea typeface="Arial"/>
                <a:cs typeface="Arial"/>
              </a:defRPr>
            </a:lvl6pPr>
            <a:lvl7pPr>
              <a:defRPr sz="1575" b="0">
                <a:solidFill>
                  <a:srgbClr val="177D77"/>
                </a:solidFill>
                <a:latin typeface="Arial"/>
                <a:ea typeface="Arial"/>
                <a:cs typeface="Arial"/>
              </a:defRPr>
            </a:lvl7pPr>
            <a:lvl8pPr>
              <a:defRPr sz="1575" b="0">
                <a:solidFill>
                  <a:srgbClr val="177D77"/>
                </a:solidFill>
                <a:latin typeface="Arial"/>
                <a:ea typeface="Arial"/>
                <a:cs typeface="Arial"/>
              </a:defRPr>
            </a:lvl8pPr>
            <a:lvl9pPr>
              <a:defRPr sz="1575" b="0">
                <a:solidFill>
                  <a:srgbClr val="177D77"/>
                </a:solidFill>
                <a:latin typeface="Arial"/>
                <a:ea typeface="Arial"/>
                <a:cs typeface="Arial"/>
              </a:defRPr>
            </a:lvl9pPr>
          </a:lstStyle>
          <a:p xmlns:a="http://schemas.openxmlformats.org/drawingml/2006/main">
            <a:pPr>
              <a:defRPr sz="1575" b="0">
                <a:solidFill>
                  <a:srgbClr val="177D77"/>
                </a:solidFill>
                <a:latin typeface="Arial"/>
                <a:ea typeface="Arial"/>
                <a:cs typeface="Arial"/>
              </a:defRPr>
            </a:pPr>
            <a:r>
              <a:rPr sz="1575" b="0">
                <a:solidFill>
                  <a:srgbClr val="177D77"/>
                </a:solidFill>
                <a:latin typeface="Arial"/>
                <a:ea typeface="Arial"/>
                <a:cs typeface="Arial"/>
              </a:rPr>
              <a:t>Continue with the observation</a:t>
            </a:r>
          </a:p>
        </p:txBody>
      </p:sp>
      <p:sp>
        <p:nvSpPr>
          <p:cNvPr id="24" name="">
            <a:extLst xmlns:a="http://schemas.openxmlformats.org/drawingml/2006/main">
              <a:ext uri="{FF2B5EF4-FFF2-40B4-BE49-F238E27FC236}">
                <a16:creationId xmlns:a16="http://schemas.microsoft.com/office/drawing/2014/main" id="{98D5D06B-B886-4C94-BE57-A66C84BD828D}"/>
              </a:ext>
            </a:extLst>
          </p:cNvPr>
          <p:cNvSpPr>
            <a:spLocks xmlns:a="http://schemas.openxmlformats.org/drawingml/2006/main" noGrp="1"/>
          </p:cNvSpPr>
          <p:nvPr/>
        </p:nvSpPr>
        <p:spPr>
          <a:xfrm xmlns:a="http://schemas.openxmlformats.org/drawingml/2006/main">
            <a:off x="666750" y="5143500"/>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17313D"/>
                </a:solidFill>
                <a:latin typeface="Arial"/>
                <a:ea typeface="Arial"/>
                <a:cs typeface="Arial"/>
              </a:defRPr>
            </a:defPPr>
            <a:lvl1pPr>
              <a:defRPr sz="1875" b="1">
                <a:solidFill>
                  <a:srgbClr val="17313D"/>
                </a:solidFill>
                <a:latin typeface="Arial"/>
                <a:ea typeface="Arial"/>
                <a:cs typeface="Arial"/>
              </a:defRPr>
            </a:lvl1pPr>
            <a:lvl2pPr>
              <a:defRPr sz="1875" b="1">
                <a:solidFill>
                  <a:srgbClr val="17313D"/>
                </a:solidFill>
                <a:latin typeface="Arial"/>
                <a:ea typeface="Arial"/>
                <a:cs typeface="Arial"/>
              </a:defRPr>
            </a:lvl2pPr>
            <a:lvl3pPr>
              <a:defRPr sz="1875" b="1">
                <a:solidFill>
                  <a:srgbClr val="17313D"/>
                </a:solidFill>
                <a:latin typeface="Arial"/>
                <a:ea typeface="Arial"/>
                <a:cs typeface="Arial"/>
              </a:defRPr>
            </a:lvl3pPr>
            <a:lvl4pPr>
              <a:defRPr sz="1875" b="1">
                <a:solidFill>
                  <a:srgbClr val="17313D"/>
                </a:solidFill>
                <a:latin typeface="Arial"/>
                <a:ea typeface="Arial"/>
                <a:cs typeface="Arial"/>
              </a:defRPr>
            </a:lvl4pPr>
            <a:lvl5pPr>
              <a:defRPr sz="1875" b="1">
                <a:solidFill>
                  <a:srgbClr val="17313D"/>
                </a:solidFill>
                <a:latin typeface="Arial"/>
                <a:ea typeface="Arial"/>
                <a:cs typeface="Arial"/>
              </a:defRPr>
            </a:lvl5pPr>
            <a:lvl6pPr>
              <a:defRPr sz="1875" b="1">
                <a:solidFill>
                  <a:srgbClr val="17313D"/>
                </a:solidFill>
                <a:latin typeface="Arial"/>
                <a:ea typeface="Arial"/>
                <a:cs typeface="Arial"/>
              </a:defRPr>
            </a:lvl6pPr>
            <a:lvl7pPr>
              <a:defRPr sz="1875" b="1">
                <a:solidFill>
                  <a:srgbClr val="17313D"/>
                </a:solidFill>
                <a:latin typeface="Arial"/>
                <a:ea typeface="Arial"/>
                <a:cs typeface="Arial"/>
              </a:defRPr>
            </a:lvl7pPr>
            <a:lvl8pPr>
              <a:defRPr sz="1875" b="1">
                <a:solidFill>
                  <a:srgbClr val="17313D"/>
                </a:solidFill>
                <a:latin typeface="Arial"/>
                <a:ea typeface="Arial"/>
                <a:cs typeface="Arial"/>
              </a:defRPr>
            </a:lvl8pPr>
            <a:lvl9pPr>
              <a:defRPr sz="1875" b="1">
                <a:solidFill>
                  <a:srgbClr val="17313D"/>
                </a:solidFill>
                <a:latin typeface="Arial"/>
                <a:ea typeface="Arial"/>
                <a:cs typeface="Arial"/>
              </a:defRPr>
            </a:lvl9pPr>
          </a:lstStyle>
          <a:p xmlns:a="http://schemas.openxmlformats.org/drawingml/2006/main">
            <a:pPr>
              <a:defRPr sz="1875" b="1">
                <a:solidFill>
                  <a:srgbClr val="17313D"/>
                </a:solidFill>
                <a:latin typeface="Arial"/>
                <a:ea typeface="Arial"/>
                <a:cs typeface="Arial"/>
              </a:defRPr>
            </a:pPr>
            <a:r>
              <a:rPr sz="1875" b="1">
                <a:solidFill>
                  <a:srgbClr val="17313D"/>
                </a:solidFill>
                <a:latin typeface="Arial"/>
                <a:ea typeface="Arial"/>
                <a:cs typeface="Arial"/>
              </a:rPr>
              <a:t>Finish only with checked references</a:t>
            </a:r>
          </a:p>
        </p:txBody>
      </p:sp>
      <p:sp>
        <p:nvSpPr>
          <p:cNvPr id="25" name="">
            <a:extLst xmlns:a="http://schemas.openxmlformats.org/drawingml/2006/main">
              <a:ext uri="{FF2B5EF4-FFF2-40B4-BE49-F238E27FC236}">
                <a16:creationId xmlns:a16="http://schemas.microsoft.com/office/drawing/2014/main" id="{7ABA53D5-8241-430A-BA34-654AC8BD704E}"/>
              </a:ext>
            </a:extLst>
          </p:cNvPr>
          <p:cNvSpPr>
            <a:spLocks xmlns:a="http://schemas.openxmlformats.org/drawingml/2006/main" noGrp="1"/>
          </p:cNvSpPr>
          <p:nvPr/>
        </p:nvSpPr>
        <p:spPr>
          <a:xfrm xmlns:a="http://schemas.openxmlformats.org/drawingml/2006/main">
            <a:off x="666750" y="56197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771"/>
                </a:solidFill>
                <a:latin typeface="Arial"/>
                <a:ea typeface="Arial"/>
                <a:cs typeface="Arial"/>
              </a:defRPr>
            </a:defPPr>
            <a:lvl1pPr>
              <a:defRPr sz="1725" b="0">
                <a:solidFill>
                  <a:srgbClr val="526771"/>
                </a:solidFill>
                <a:latin typeface="Arial"/>
                <a:ea typeface="Arial"/>
                <a:cs typeface="Arial"/>
              </a:defRPr>
            </a:lvl1pPr>
            <a:lvl2pPr>
              <a:defRPr sz="1725" b="0">
                <a:solidFill>
                  <a:srgbClr val="526771"/>
                </a:solidFill>
                <a:latin typeface="Arial"/>
                <a:ea typeface="Arial"/>
                <a:cs typeface="Arial"/>
              </a:defRPr>
            </a:lvl2pPr>
            <a:lvl3pPr>
              <a:defRPr sz="1725" b="0">
                <a:solidFill>
                  <a:srgbClr val="526771"/>
                </a:solidFill>
                <a:latin typeface="Arial"/>
                <a:ea typeface="Arial"/>
                <a:cs typeface="Arial"/>
              </a:defRPr>
            </a:lvl3pPr>
            <a:lvl4pPr>
              <a:defRPr sz="1725" b="0">
                <a:solidFill>
                  <a:srgbClr val="526771"/>
                </a:solidFill>
                <a:latin typeface="Arial"/>
                <a:ea typeface="Arial"/>
                <a:cs typeface="Arial"/>
              </a:defRPr>
            </a:lvl4pPr>
            <a:lvl5pPr>
              <a:defRPr sz="1725" b="0">
                <a:solidFill>
                  <a:srgbClr val="526771"/>
                </a:solidFill>
                <a:latin typeface="Arial"/>
                <a:ea typeface="Arial"/>
                <a:cs typeface="Arial"/>
              </a:defRPr>
            </a:lvl5pPr>
            <a:lvl6pPr>
              <a:defRPr sz="1725" b="0">
                <a:solidFill>
                  <a:srgbClr val="526771"/>
                </a:solidFill>
                <a:latin typeface="Arial"/>
                <a:ea typeface="Arial"/>
                <a:cs typeface="Arial"/>
              </a:defRPr>
            </a:lvl6pPr>
            <a:lvl7pPr>
              <a:defRPr sz="1725" b="0">
                <a:solidFill>
                  <a:srgbClr val="526771"/>
                </a:solidFill>
                <a:latin typeface="Arial"/>
                <a:ea typeface="Arial"/>
                <a:cs typeface="Arial"/>
              </a:defRPr>
            </a:lvl7pPr>
            <a:lvl8pPr>
              <a:defRPr sz="1725" b="0">
                <a:solidFill>
                  <a:srgbClr val="526771"/>
                </a:solidFill>
                <a:latin typeface="Arial"/>
                <a:ea typeface="Arial"/>
                <a:cs typeface="Arial"/>
              </a:defRPr>
            </a:lvl8pPr>
            <a:lvl9pPr>
              <a:defRPr sz="1725" b="0">
                <a:solidFill>
                  <a:srgbClr val="526771"/>
                </a:solidFill>
                <a:latin typeface="Arial"/>
                <a:ea typeface="Arial"/>
                <a:cs typeface="Arial"/>
              </a:defRPr>
            </a:lvl9pPr>
          </a:lstStyle>
          <a:p xmlns:a="http://schemas.openxmlformats.org/drawingml/2006/main">
            <a:pPr>
              <a:defRPr sz="1725" b="0">
                <a:solidFill>
                  <a:srgbClr val="526771"/>
                </a:solidFill>
                <a:latin typeface="Arial"/>
                <a:ea typeface="Arial"/>
                <a:cs typeface="Arial"/>
              </a:defRPr>
            </a:pPr>
            <a:r>
              <a:rPr sz="1725" b="0">
                <a:solidFill>
                  <a:srgbClr val="526771"/>
                </a:solidFill>
                <a:latin typeface="Arial"/>
                <a:ea typeface="Arial"/>
                <a:cs typeface="Arial"/>
              </a:rPr>
              <a:t>Session state retains topic, geography, period and entity. /new clears it.</a:t>
            </a:r>
          </a:p>
          <a:p xmlns:a="http://schemas.openxmlformats.org/drawingml/2006/main">
            <a:pPr>
              <a:defRPr sz="1725" b="0">
                <a:solidFill>
                  <a:srgbClr val="526771"/>
                </a:solidFill>
                <a:latin typeface="Arial"/>
                <a:ea typeface="Arial"/>
                <a:cs typeface="Arial"/>
              </a:defRPr>
            </a:pPr>
            <a:r>
              <a:rPr sz="1725" b="0">
                <a:solidFill>
                  <a:srgbClr val="526771"/>
                </a:solidFill>
                <a:latin typeface="Arial"/>
                <a:ea typeface="Arial"/>
                <a:cs typeface="Arial"/>
              </a:rPr>
              <a:t>The host exposes tool errors, unresolved scope and bounded-loop failures.</a:t>
            </a:r>
          </a:p>
        </p:txBody>
      </p:sp>
    </p:spTree>
    <p:extLst>
      <p:ext uri="{BB962C8B-B14F-4D97-AF65-F5344CB8AC3E}">
        <p14:creationId xmlns:p14="http://schemas.microsoft.com/office/powerpoint/2010/main" val="687191310"/>
      </p:ext>
    </p:extLst>
  </p:cSld>
</p:sld>
</file>

<file path=ppt/slides/slide3.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6EB2872-1218-499E-9DD9-99ED96F81751}"/>
              </a:ext>
            </a:extLst>
          </p:cNvPr>
          <p:cNvSpPr>
            <a:spLocks xmlns:a="http://schemas.openxmlformats.org/drawingml/2006/main" noGrp="1"/>
          </p:cNvSpPr>
          <p:nvPr/>
        </p:nvSpPr>
        <p:spPr>
          <a:xfrm xmlns:a="http://schemas.openxmlformats.org/drawingml/2006/main">
            <a:off x="666750" y="4572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Modules and repository structure</a:t>
            </a:r>
          </a:p>
        </p:txBody>
      </p:sp>
      <p:sp>
        <p:nvSpPr>
          <p:cNvPr id="2" name="">
            <a:extLst xmlns:a="http://schemas.openxmlformats.org/drawingml/2006/main">
              <a:ext uri="{FF2B5EF4-FFF2-40B4-BE49-F238E27FC236}">
                <a16:creationId xmlns:a16="http://schemas.microsoft.com/office/drawing/2014/main" id="{E47D4F20-2FB0-4166-9AB1-467E4F004AEF}"/>
              </a:ext>
            </a:extLst>
          </p:cNvPr>
          <p:cNvSpPr>
            <a:spLocks xmlns:a="http://schemas.openxmlformats.org/drawingml/2006/main" noGrp="1"/>
          </p:cNvSpPr>
          <p:nvPr/>
        </p:nvSpPr>
        <p:spPr>
          <a:xfrm xmlns:a="http://schemas.openxmlformats.org/drawingml/2006/main">
            <a:off x="666750" y="63341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771"/>
                </a:solidFill>
                <a:latin typeface="Arial"/>
                <a:ea typeface="Arial"/>
                <a:cs typeface="Arial"/>
              </a:defRPr>
            </a:defPPr>
            <a:lvl1pPr>
              <a:defRPr sz="1275" b="0">
                <a:solidFill>
                  <a:srgbClr val="526771"/>
                </a:solidFill>
                <a:latin typeface="Arial"/>
                <a:ea typeface="Arial"/>
                <a:cs typeface="Arial"/>
              </a:defRPr>
            </a:lvl1pPr>
            <a:lvl2pPr>
              <a:defRPr sz="1275" b="0">
                <a:solidFill>
                  <a:srgbClr val="526771"/>
                </a:solidFill>
                <a:latin typeface="Arial"/>
                <a:ea typeface="Arial"/>
                <a:cs typeface="Arial"/>
              </a:defRPr>
            </a:lvl2pPr>
            <a:lvl3pPr>
              <a:defRPr sz="1275" b="0">
                <a:solidFill>
                  <a:srgbClr val="526771"/>
                </a:solidFill>
                <a:latin typeface="Arial"/>
                <a:ea typeface="Arial"/>
                <a:cs typeface="Arial"/>
              </a:defRPr>
            </a:lvl3pPr>
            <a:lvl4pPr>
              <a:defRPr sz="1275" b="0">
                <a:solidFill>
                  <a:srgbClr val="526771"/>
                </a:solidFill>
                <a:latin typeface="Arial"/>
                <a:ea typeface="Arial"/>
                <a:cs typeface="Arial"/>
              </a:defRPr>
            </a:lvl4pPr>
            <a:lvl5pPr>
              <a:defRPr sz="1275" b="0">
                <a:solidFill>
                  <a:srgbClr val="526771"/>
                </a:solidFill>
                <a:latin typeface="Arial"/>
                <a:ea typeface="Arial"/>
                <a:cs typeface="Arial"/>
              </a:defRPr>
            </a:lvl5pPr>
            <a:lvl6pPr>
              <a:defRPr sz="1275" b="0">
                <a:solidFill>
                  <a:srgbClr val="526771"/>
                </a:solidFill>
                <a:latin typeface="Arial"/>
                <a:ea typeface="Arial"/>
                <a:cs typeface="Arial"/>
              </a:defRPr>
            </a:lvl6pPr>
            <a:lvl7pPr>
              <a:defRPr sz="1275" b="0">
                <a:solidFill>
                  <a:srgbClr val="526771"/>
                </a:solidFill>
                <a:latin typeface="Arial"/>
                <a:ea typeface="Arial"/>
                <a:cs typeface="Arial"/>
              </a:defRPr>
            </a:lvl7pPr>
            <a:lvl8pPr>
              <a:defRPr sz="1275" b="0">
                <a:solidFill>
                  <a:srgbClr val="526771"/>
                </a:solidFill>
                <a:latin typeface="Arial"/>
                <a:ea typeface="Arial"/>
                <a:cs typeface="Arial"/>
              </a:defRPr>
            </a:lvl8pPr>
            <a:lvl9pPr>
              <a:defRPr sz="1275" b="0">
                <a:solidFill>
                  <a:srgbClr val="526771"/>
                </a:solidFill>
                <a:latin typeface="Arial"/>
                <a:ea typeface="Arial"/>
                <a:cs typeface="Arial"/>
              </a:defRPr>
            </a:lvl9pPr>
          </a:lstStyle>
          <a:p xmlns:a="http://schemas.openxmlformats.org/drawingml/2006/main">
            <a:pPr>
              <a:defRPr sz="1275" b="0">
                <a:solidFill>
                  <a:srgbClr val="526771"/>
                </a:solidFill>
                <a:latin typeface="Arial"/>
                <a:ea typeface="Arial"/>
                <a:cs typeface="Arial"/>
              </a:defRPr>
            </a:pPr>
            <a:r>
              <a:rPr sz="1275" b="0">
                <a:solidFill>
                  <a:srgbClr val="526771"/>
                </a:solidFill>
                <a:latin typeface="Arial"/>
                <a:ea typeface="Arial"/>
                <a:cs typeface="Arial"/>
              </a:rPr>
              <a:t>London Office Monitoring   /   Engineering delivery</a:t>
            </a:r>
          </a:p>
        </p:txBody>
      </p:sp>
      <p:sp>
        <p:nvSpPr>
          <p:cNvPr id="3" name="">
            <a:extLst xmlns:a="http://schemas.openxmlformats.org/drawingml/2006/main">
              <a:ext uri="{FF2B5EF4-FFF2-40B4-BE49-F238E27FC236}">
                <a16:creationId xmlns:a16="http://schemas.microsoft.com/office/drawing/2014/main" id="{398242DA-62D3-491F-B7C5-9B2295DEC0EB}"/>
              </a:ext>
            </a:extLst>
          </p:cNvPr>
          <p:cNvSpPr>
            <a:spLocks xmlns:a="http://schemas.openxmlformats.org/drawingml/2006/main" noGrp="1"/>
          </p:cNvSpPr>
          <p:nvPr/>
        </p:nvSpPr>
        <p:spPr>
          <a:xfrm xmlns:a="http://schemas.openxmlformats.org/drawingml/2006/main">
            <a:off x="11049000" y="63341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771"/>
                </a:solidFill>
                <a:latin typeface="Arial"/>
                <a:ea typeface="Arial"/>
                <a:cs typeface="Arial"/>
              </a:defRPr>
            </a:defPPr>
            <a:lvl1pPr>
              <a:defRPr sz="1275" b="0">
                <a:solidFill>
                  <a:srgbClr val="526771"/>
                </a:solidFill>
                <a:latin typeface="Arial"/>
                <a:ea typeface="Arial"/>
                <a:cs typeface="Arial"/>
              </a:defRPr>
            </a:lvl1pPr>
            <a:lvl2pPr>
              <a:defRPr sz="1275" b="0">
                <a:solidFill>
                  <a:srgbClr val="526771"/>
                </a:solidFill>
                <a:latin typeface="Arial"/>
                <a:ea typeface="Arial"/>
                <a:cs typeface="Arial"/>
              </a:defRPr>
            </a:lvl2pPr>
            <a:lvl3pPr>
              <a:defRPr sz="1275" b="0">
                <a:solidFill>
                  <a:srgbClr val="526771"/>
                </a:solidFill>
                <a:latin typeface="Arial"/>
                <a:ea typeface="Arial"/>
                <a:cs typeface="Arial"/>
              </a:defRPr>
            </a:lvl3pPr>
            <a:lvl4pPr>
              <a:defRPr sz="1275" b="0">
                <a:solidFill>
                  <a:srgbClr val="526771"/>
                </a:solidFill>
                <a:latin typeface="Arial"/>
                <a:ea typeface="Arial"/>
                <a:cs typeface="Arial"/>
              </a:defRPr>
            </a:lvl4pPr>
            <a:lvl5pPr>
              <a:defRPr sz="1275" b="0">
                <a:solidFill>
                  <a:srgbClr val="526771"/>
                </a:solidFill>
                <a:latin typeface="Arial"/>
                <a:ea typeface="Arial"/>
                <a:cs typeface="Arial"/>
              </a:defRPr>
            </a:lvl5pPr>
            <a:lvl6pPr>
              <a:defRPr sz="1275" b="0">
                <a:solidFill>
                  <a:srgbClr val="526771"/>
                </a:solidFill>
                <a:latin typeface="Arial"/>
                <a:ea typeface="Arial"/>
                <a:cs typeface="Arial"/>
              </a:defRPr>
            </a:lvl6pPr>
            <a:lvl7pPr>
              <a:defRPr sz="1275" b="0">
                <a:solidFill>
                  <a:srgbClr val="526771"/>
                </a:solidFill>
                <a:latin typeface="Arial"/>
                <a:ea typeface="Arial"/>
                <a:cs typeface="Arial"/>
              </a:defRPr>
            </a:lvl7pPr>
            <a:lvl8pPr>
              <a:defRPr sz="1275" b="0">
                <a:solidFill>
                  <a:srgbClr val="526771"/>
                </a:solidFill>
                <a:latin typeface="Arial"/>
                <a:ea typeface="Arial"/>
                <a:cs typeface="Arial"/>
              </a:defRPr>
            </a:lvl8pPr>
            <a:lvl9pPr>
              <a:defRPr sz="1275" b="0">
                <a:solidFill>
                  <a:srgbClr val="526771"/>
                </a:solidFill>
                <a:latin typeface="Arial"/>
                <a:ea typeface="Arial"/>
                <a:cs typeface="Arial"/>
              </a:defRPr>
            </a:lvl9pPr>
          </a:lstStyle>
          <a:p xmlns:a="http://schemas.openxmlformats.org/drawingml/2006/main">
            <a:pPr>
              <a:defRPr sz="1275" b="0">
                <a:solidFill>
                  <a:srgbClr val="526771"/>
                </a:solidFill>
                <a:latin typeface="Arial"/>
                <a:ea typeface="Arial"/>
                <a:cs typeface="Arial"/>
              </a:defRPr>
            </a:pPr>
            <a:r>
              <a:rPr sz="1275" b="0">
                <a:solidFill>
                  <a:srgbClr val="526771"/>
                </a:solidFill>
                <a:latin typeface="Arial"/>
                <a:ea typeface="Arial"/>
                <a:cs typeface="Arial"/>
              </a:rPr>
              <a:t>03</a:t>
            </a:r>
          </a:p>
        </p:txBody>
      </p:sp>
      <p:graphicFrame>
        <p:nvGraphicFramePr>
          <p:cNvPr id="4" name="">
            <a:extLst xmlns:a="http://schemas.openxmlformats.org/drawingml/2006/main">
              <a:ext uri="{FF2B5EF4-FFF2-40B4-BE49-F238E27FC236}">
                <a16:creationId xmlns:a16="http://schemas.microsoft.com/office/drawing/2014/main" id="{C279F6A3-9570-404A-BD3C-B0382A1DD619}"/>
              </a:ext>
            </a:extLst>
          </p:cNvPr>
          <p:cNvGraphicFramePr/>
          <p:nvPr/>
        </p:nvGraphicFramePr>
        <p:xfrm>
          <a:off xmlns:a="http://schemas.openxmlformats.org/drawingml/2006/main" x="666750" y="1524000"/>
          <a:ext xmlns:a="http://schemas.openxmlformats.org/drawingml/2006/main" cx="10858500" cy="4267200"/>
        </p:xfrm>
        <a:graphic xmlns:a="http://schemas.openxmlformats.org/drawingml/2006/main">
          <a:graphicData uri="http://schemas.openxmlformats.org/drawingml/2006/table">
            <a:tbl>
              <a:tblPr/>
              <a:tblGrid>
                <a:gridCol w="5381625"/>
                <a:gridCol w="5476875"/>
              </a:tblGrid>
              <a:tr h="400050">
                <a:tc>
                  <a:txBody>
                    <a:bodyPr/>
                    <a:lstStyle/>
                    <a:p>
                      <a:r>
                        <a:rPr sz="1800" b="1">
                          <a:solidFill>
                            <a:srgbClr val="FFFFFF"/>
                          </a:solidFill>
                          <a:latin typeface="Arial"/>
                          <a:ea typeface="Arial"/>
                          <a:cs typeface="Arial"/>
                        </a:rPr>
                        <a:t>Repository path</a:t>
                      </a:r>
                    </a:p>
                  </a:txBody>
                  <a:tcPr marL="95250" marR="95250" marT="47625" marB="47625">
                    <a:lnL w="9525">
                      <a:solidFill>
                        <a:srgbClr val="F7F5EE"/>
                      </a:solidFill>
                      <a:prstDash val="solid"/>
                    </a:lnL>
                    <a:lnR w="9525">
                      <a:solidFill>
                        <a:srgbClr val="F7F5EE"/>
                      </a:solidFill>
                      <a:prstDash val="solid"/>
                    </a:lnR>
                    <a:lnT w="9525">
                      <a:solidFill>
                        <a:srgbClr val="F7F5EE"/>
                      </a:solidFill>
                      <a:prstDash val="solid"/>
                    </a:lnT>
                    <a:lnB w="9525">
                      <a:solidFill>
                        <a:srgbClr val="F7F5EE"/>
                      </a:solidFill>
                      <a:prstDash val="solid"/>
                    </a:lnB>
                    <a:solidFill>
                      <a:srgbClr val="17313D"/>
                    </a:solidFill>
                  </a:tcPr>
                </a:tc>
                <a:tc>
                  <a:txBody>
                    <a:bodyPr/>
                    <a:lstStyle/>
                    <a:p>
                      <a:r>
                        <a:rPr sz="1800" b="1">
                          <a:solidFill>
                            <a:srgbClr val="FFFFFF"/>
                          </a:solidFill>
                          <a:latin typeface="Arial"/>
                          <a:ea typeface="Arial"/>
                          <a:cs typeface="Arial"/>
                        </a:rPr>
                        <a:t>Responsibility</a:t>
                      </a:r>
                    </a:p>
                  </a:txBody>
                  <a:tcPr marL="95250" marR="95250" marT="47625" marB="47625">
                    <a:lnR w="9525">
                      <a:solidFill>
                        <a:srgbClr val="F7F5EE"/>
                      </a:solidFill>
                      <a:prstDash val="solid"/>
                    </a:lnR>
                    <a:lnT w="9525">
                      <a:solidFill>
                        <a:srgbClr val="F7F5EE"/>
                      </a:solidFill>
                      <a:prstDash val="solid"/>
                    </a:lnT>
                    <a:lnB w="9525">
                      <a:solidFill>
                        <a:srgbClr val="F7F5EE"/>
                      </a:solidFill>
                      <a:prstDash val="solid"/>
                    </a:lnB>
                    <a:solidFill>
                      <a:srgbClr val="17313D"/>
                    </a:solidFill>
                  </a:tcPr>
                </a:tc>
              </a:tr>
              <a:tr h="638175">
                <a:tc>
                  <a:txBody>
                    <a:bodyPr/>
                    <a:lstStyle/>
                    <a:p>
                      <a:r>
                        <a:rPr sz="1650" b="0">
                          <a:solidFill>
                            <a:srgbClr val="17313D"/>
                          </a:solidFill>
                          <a:latin typeface="Arial"/>
                          <a:ea typeface="Arial"/>
                          <a:cs typeface="Arial"/>
                        </a:rPr>
                        <a:t>agent.py  /  agent_loop.py</a:t>
                      </a:r>
                    </a:p>
                  </a:txBody>
                  <a:tcPr marL="95250" marR="95250" marT="47625" marB="47625">
                    <a:lnL w="9525">
                      <a:solidFill>
                        <a:srgbClr val="F7F5EE"/>
                      </a:solidFill>
                      <a:prstDash val="solid"/>
                    </a:lnL>
                    <a:lnR w="9525">
                      <a:solidFill>
                        <a:srgbClr val="F7F5EE"/>
                      </a:solidFill>
                      <a:prstDash val="solid"/>
                    </a:lnR>
                    <a:lnB w="9525">
                      <a:solidFill>
                        <a:srgbClr val="F7F5EE"/>
                      </a:solidFill>
                      <a:prstDash val="solid"/>
                    </a:lnB>
                    <a:solidFill>
                      <a:srgbClr val="F7F5EE"/>
                    </a:solidFill>
                  </a:tcPr>
                </a:tc>
                <a:tc>
                  <a:txBody>
                    <a:bodyPr/>
                    <a:lstStyle/>
                    <a:p>
                      <a:r>
                        <a:rPr sz="1725" b="0">
                          <a:solidFill>
                            <a:srgbClr val="17313D"/>
                          </a:solidFill>
                          <a:latin typeface="Arial"/>
                          <a:ea typeface="Arial"/>
                          <a:cs typeface="Arial"/>
                        </a:rPr>
                        <a:t>CLI, bounded loop, session state, evidence ledger and rendering</a:t>
                      </a:r>
                    </a:p>
                  </a:txBody>
                  <a:tcPr marL="95250" marR="95250" marT="47625" marB="47625">
                    <a:lnR w="9525">
                      <a:solidFill>
                        <a:srgbClr val="F7F5EE"/>
                      </a:solidFill>
                      <a:prstDash val="solid"/>
                    </a:lnR>
                    <a:lnB w="9525">
                      <a:solidFill>
                        <a:srgbClr val="F7F5EE"/>
                      </a:solidFill>
                      <a:prstDash val="solid"/>
                    </a:lnB>
                    <a:solidFill>
                      <a:srgbClr val="F7F5EE"/>
                    </a:solidFill>
                  </a:tcPr>
                </a:tc>
              </a:tr>
              <a:tr h="638175">
                <a:tc>
                  <a:txBody>
                    <a:bodyPr/>
                    <a:lstStyle/>
                    <a:p>
                      <a:r>
                        <a:rPr sz="1650" b="0">
                          <a:solidFill>
                            <a:srgbClr val="17313D"/>
                          </a:solidFill>
                          <a:latin typeface="Arial"/>
                          <a:ea typeface="Arial"/>
                          <a:cs typeface="Arial"/>
                        </a:rPr>
                        <a:t>providers.py</a:t>
                      </a:r>
                    </a:p>
                    <a:p>
                      <a:r>
                        <a:rPr sz="1650" b="0">
                          <a:solidFill>
                            <a:srgbClr val="17313D"/>
                          </a:solidFill>
                          <a:latin typeface="Arial"/>
                          <a:ea typeface="Arial"/>
                          <a:cs typeface="Arial"/>
                        </a:rPr>
                        <a:t>apple_provider.py  /  apple_worker.py</a:t>
                      </a:r>
                    </a:p>
                  </a:txBody>
                  <a:tcPr marL="95250" marR="95250" marT="47625" marB="47625">
                    <a:lnL w="9525">
                      <a:solidFill>
                        <a:srgbClr val="F7F5EE"/>
                      </a:solidFill>
                      <a:prstDash val="solid"/>
                    </a:lnL>
                    <a:lnR w="9525">
                      <a:solidFill>
                        <a:srgbClr val="F7F5EE"/>
                      </a:solidFill>
                      <a:prstDash val="solid"/>
                    </a:lnR>
                    <a:lnB w="9525">
                      <a:solidFill>
                        <a:srgbClr val="F7F5EE"/>
                      </a:solidFill>
                      <a:prstDash val="solid"/>
                    </a:lnB>
                    <a:solidFill>
                      <a:srgbClr val="F7F5EE"/>
                    </a:solidFill>
                  </a:tcPr>
                </a:tc>
                <a:tc>
                  <a:txBody>
                    <a:bodyPr/>
                    <a:lstStyle/>
                    <a:p>
                      <a:r>
                        <a:rPr sz="1725" b="0">
                          <a:solidFill>
                            <a:srgbClr val="17313D"/>
                          </a:solidFill>
                          <a:latin typeface="Arial"/>
                          <a:ea typeface="Arial"/>
                          <a:cs typeface="Arial"/>
                        </a:rPr>
                        <a:t>OpenAI Responses or optional Apple SDK adapter with an isolated worker</a:t>
                      </a:r>
                    </a:p>
                  </a:txBody>
                  <a:tcPr marL="95250" marR="95250" marT="47625" marB="47625">
                    <a:lnR w="9525">
                      <a:solidFill>
                        <a:srgbClr val="F7F5EE"/>
                      </a:solidFill>
                      <a:prstDash val="solid"/>
                    </a:lnR>
                    <a:lnB w="9525">
                      <a:solidFill>
                        <a:srgbClr val="F7F5EE"/>
                      </a:solidFill>
                      <a:prstDash val="solid"/>
                    </a:lnB>
                    <a:solidFill>
                      <a:srgbClr val="F7F5EE"/>
                    </a:solidFill>
                  </a:tcPr>
                </a:tc>
              </a:tr>
              <a:tr h="638175">
                <a:tc>
                  <a:txBody>
                    <a:bodyPr/>
                    <a:lstStyle/>
                    <a:p>
                      <a:r>
                        <a:rPr sz="1650" b="0">
                          <a:solidFill>
                            <a:srgbClr val="17313D"/>
                          </a:solidFill>
                          <a:latin typeface="Arial"/>
                          <a:ea typeface="Arial"/>
                          <a:cs typeface="Arial"/>
                        </a:rPr>
                        <a:t>agent_tools.py  /  agent_protocol.py</a:t>
                      </a:r>
                    </a:p>
                    <a:p>
                      <a:r>
                        <a:rPr sz="1650" b="0">
                          <a:solidFill>
                            <a:srgbClr val="17313D"/>
                          </a:solidFill>
                          <a:latin typeface="Arial"/>
                          <a:ea typeface="Arial"/>
                          <a:cs typeface="Arial"/>
                        </a:rPr>
                        <a:t>contracts/  /  contract_validation.py</a:t>
                      </a:r>
                    </a:p>
                  </a:txBody>
                  <a:tcPr marL="95250" marR="95250" marT="47625" marB="47625">
                    <a:lnL w="9525">
                      <a:solidFill>
                        <a:srgbClr val="F7F5EE"/>
                      </a:solidFill>
                      <a:prstDash val="solid"/>
                    </a:lnL>
                    <a:lnR w="9525">
                      <a:solidFill>
                        <a:srgbClr val="F7F5EE"/>
                      </a:solidFill>
                      <a:prstDash val="solid"/>
                    </a:lnR>
                    <a:lnB w="9525">
                      <a:solidFill>
                        <a:srgbClr val="F7F5EE"/>
                      </a:solidFill>
                      <a:prstDash val="solid"/>
                    </a:lnB>
                    <a:solidFill>
                      <a:srgbClr val="F7F5EE"/>
                    </a:solidFill>
                  </a:tcPr>
                </a:tc>
                <a:tc>
                  <a:txBody>
                    <a:bodyPr/>
                    <a:lstStyle/>
                    <a:p>
                      <a:r>
                        <a:rPr sz="1725" b="0">
                          <a:solidFill>
                            <a:srgbClr val="17313D"/>
                          </a:solidFill>
                          <a:latin typeface="Arial"/>
                          <a:ea typeface="Arial"/>
                          <a:cs typeface="Arial"/>
                        </a:rPr>
                        <a:t>Five typed tools, strict decisions, comparison safeguards and contract validation</a:t>
                      </a:r>
                    </a:p>
                  </a:txBody>
                  <a:tcPr marL="95250" marR="95250" marT="47625" marB="47625">
                    <a:lnR w="9525">
                      <a:solidFill>
                        <a:srgbClr val="F7F5EE"/>
                      </a:solidFill>
                      <a:prstDash val="solid"/>
                    </a:lnR>
                    <a:lnB w="9525">
                      <a:solidFill>
                        <a:srgbClr val="F7F5EE"/>
                      </a:solidFill>
                      <a:prstDash val="solid"/>
                    </a:lnB>
                    <a:solidFill>
                      <a:srgbClr val="F7F5EE"/>
                    </a:solidFill>
                  </a:tcPr>
                </a:tc>
              </a:tr>
              <a:tr h="638175">
                <a:tc>
                  <a:txBody>
                    <a:bodyPr/>
                    <a:lstStyle/>
                    <a:p>
                      <a:r>
                        <a:rPr sz="1650" b="0">
                          <a:solidFill>
                            <a:srgbClr val="17313D"/>
                          </a:solidFill>
                          <a:latin typeface="Arial"/>
                          <a:ea typeface="Arial"/>
                          <a:cs typeface="Arial"/>
                        </a:rPr>
                        <a:t>evidence/london_office_evidence_pack/</a:t>
                      </a:r>
                    </a:p>
                  </a:txBody>
                  <a:tcPr marL="95250" marR="95250" marT="47625" marB="47625">
                    <a:lnL w="9525">
                      <a:solidFill>
                        <a:srgbClr val="F7F5EE"/>
                      </a:solidFill>
                      <a:prstDash val="solid"/>
                    </a:lnL>
                    <a:lnR w="9525">
                      <a:solidFill>
                        <a:srgbClr val="F7F5EE"/>
                      </a:solidFill>
                      <a:prstDash val="solid"/>
                    </a:lnR>
                    <a:lnB w="9525">
                      <a:solidFill>
                        <a:srgbClr val="F7F5EE"/>
                      </a:solidFill>
                      <a:prstDash val="solid"/>
                    </a:lnB>
                    <a:solidFill>
                      <a:srgbClr val="F7F5EE"/>
                    </a:solidFill>
                  </a:tcPr>
                </a:tc>
                <a:tc>
                  <a:txBody>
                    <a:bodyPr/>
                    <a:lstStyle/>
                    <a:p>
                      <a:r>
                        <a:rPr sz="1725" b="0">
                          <a:solidFill>
                            <a:srgbClr val="17313D"/>
                          </a:solidFill>
                          <a:latin typeface="Arial"/>
                          <a:ea typeface="Arial"/>
                          <a:cs typeface="Arial"/>
                        </a:rPr>
                        <a:t>Curated JSON, evidence.sqlite and query.py for deterministic access and rebuild</a:t>
                      </a:r>
                    </a:p>
                  </a:txBody>
                  <a:tcPr marL="95250" marR="95250" marT="47625" marB="47625">
                    <a:lnR w="9525">
                      <a:solidFill>
                        <a:srgbClr val="F7F5EE"/>
                      </a:solidFill>
                      <a:prstDash val="solid"/>
                    </a:lnR>
                    <a:lnB w="9525">
                      <a:solidFill>
                        <a:srgbClr val="F7F5EE"/>
                      </a:solidFill>
                      <a:prstDash val="solid"/>
                    </a:lnB>
                    <a:solidFill>
                      <a:srgbClr val="F7F5EE"/>
                    </a:solidFill>
                  </a:tcPr>
                </a:tc>
              </a:tr>
              <a:tr h="638175">
                <a:tc>
                  <a:txBody>
                    <a:bodyPr/>
                    <a:lstStyle/>
                    <a:p>
                      <a:r>
                        <a:rPr sz="1650" b="0">
                          <a:solidFill>
                            <a:srgbClr val="17313D"/>
                          </a:solidFill>
                          <a:latin typeface="Arial"/>
                          <a:ea typeface="Arial"/>
                          <a:cs typeface="Arial"/>
                        </a:rPr>
                        <a:t>scripts/  /  tests/  /  eval/</a:t>
                      </a:r>
                    </a:p>
                  </a:txBody>
                  <a:tcPr marL="95250" marR="95250" marT="47625" marB="47625">
                    <a:lnL w="9525">
                      <a:solidFill>
                        <a:srgbClr val="F7F5EE"/>
                      </a:solidFill>
                      <a:prstDash val="solid"/>
                    </a:lnL>
                    <a:lnR w="9525">
                      <a:solidFill>
                        <a:srgbClr val="F7F5EE"/>
                      </a:solidFill>
                      <a:prstDash val="solid"/>
                    </a:lnR>
                    <a:lnB w="9525">
                      <a:solidFill>
                        <a:srgbClr val="F7F5EE"/>
                      </a:solidFill>
                      <a:prstDash val="solid"/>
                    </a:lnB>
                    <a:solidFill>
                      <a:srgbClr val="F7F5EE"/>
                    </a:solidFill>
                  </a:tcPr>
                </a:tc>
                <a:tc>
                  <a:txBody>
                    <a:bodyPr/>
                    <a:lstStyle/>
                    <a:p>
                      <a:r>
                        <a:rPr sz="1725" b="0">
                          <a:solidFill>
                            <a:srgbClr val="17313D"/>
                          </a:solidFill>
                          <a:latin typeface="Arial"/>
                          <a:ea typeface="Arial"/>
                          <a:cs typeface="Arial"/>
                        </a:rPr>
                        <a:t>Integrity checks, offline integration, six-case replay and human review</a:t>
                      </a:r>
                    </a:p>
                  </a:txBody>
                  <a:tcPr marL="95250" marR="95250" marT="47625" marB="47625">
                    <a:lnR w="9525">
                      <a:solidFill>
                        <a:srgbClr val="F7F5EE"/>
                      </a:solidFill>
                      <a:prstDash val="solid"/>
                    </a:lnR>
                    <a:lnB w="9525">
                      <a:solidFill>
                        <a:srgbClr val="F7F5EE"/>
                      </a:solidFill>
                      <a:prstDash val="solid"/>
                    </a:lnB>
                    <a:solidFill>
                      <a:srgbClr val="F7F5EE"/>
                    </a:solidFill>
                  </a:tcPr>
                </a:tc>
              </a:tr>
              <a:tr h="638175">
                <a:tc>
                  <a:txBody>
                    <a:bodyPr/>
                    <a:lstStyle/>
                    <a:p>
                      <a:r>
                        <a:rPr sz="1650" b="0">
                          <a:solidFill>
                            <a:srgbClr val="17313D"/>
                          </a:solidFill>
                          <a:latin typeface="Arial"/>
                          <a:ea typeface="Arial"/>
                          <a:cs typeface="Arial"/>
                        </a:rPr>
                        <a:t>docs/user/  /  agent_skills/  /  slides/</a:t>
                      </a:r>
                    </a:p>
                  </a:txBody>
                  <a:tcPr marL="95250" marR="95250" marT="47625" marB="47625">
                    <a:lnL w="9525">
                      <a:solidFill>
                        <a:srgbClr val="F7F5EE"/>
                      </a:solidFill>
                      <a:prstDash val="solid"/>
                    </a:lnL>
                    <a:lnR w="9525">
                      <a:solidFill>
                        <a:srgbClr val="F7F5EE"/>
                      </a:solidFill>
                      <a:prstDash val="solid"/>
                    </a:lnR>
                    <a:lnB w="9525">
                      <a:solidFill>
                        <a:srgbClr val="F7F5EE"/>
                      </a:solidFill>
                      <a:prstDash val="solid"/>
                    </a:lnB>
                    <a:solidFill>
                      <a:srgbClr val="F7F5EE"/>
                    </a:solidFill>
                  </a:tcPr>
                </a:tc>
                <a:tc>
                  <a:txBody>
                    <a:bodyPr/>
                    <a:lstStyle/>
                    <a:p>
                      <a:r>
                        <a:rPr sz="1725" b="0">
                          <a:solidFill>
                            <a:srgbClr val="17313D"/>
                          </a:solidFill>
                          <a:latin typeface="Arial"/>
                          <a:ea typeface="Arial"/>
                          <a:cs typeface="Arial"/>
                        </a:rPr>
                        <a:t>User guides, task guidance, editable deck and presentation artifacts</a:t>
                      </a:r>
                    </a:p>
                  </a:txBody>
                  <a:tcPr marL="95250" marR="95250" marT="47625" marB="47625">
                    <a:lnR w="9525">
                      <a:solidFill>
                        <a:srgbClr val="F7F5EE"/>
                      </a:solidFill>
                      <a:prstDash val="solid"/>
                    </a:lnR>
                    <a:lnB w="9525">
                      <a:solidFill>
                        <a:srgbClr val="F7F5EE"/>
                      </a:solidFill>
                      <a:prstDash val="solid"/>
                    </a:lnB>
                    <a:solidFill>
                      <a:srgbClr val="F7F5EE"/>
                    </a:solidFill>
                  </a:tcPr>
                </a:tc>
              </a:tr>
            </a:tbl>
          </a:graphicData>
        </a:graphic>
      </p:graphicFrame>
    </p:spTree>
    <p:extLst>
      <p:ext uri="{BB962C8B-B14F-4D97-AF65-F5344CB8AC3E}">
        <p14:creationId xmlns:p14="http://schemas.microsoft.com/office/powerpoint/2010/main" val="1731923986"/>
      </p:ext>
    </p:extLst>
  </p:cSld>
</p:sld>
</file>

<file path=ppt/slides/slide4.xml><?xml version="1.0" encoding="utf-8"?>
<p:sld xmlns:p="http://schemas.openxmlformats.org/presentationml/2006/main">
  <p:cSld>
    <p:bg>
      <p:bgPr>
        <a:solidFill xmlns:a="http://schemas.openxmlformats.org/drawingml/2006/main">
          <a:srgbClr val="17313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B4FABAE-1887-49E7-8E53-5211550E1177}"/>
              </a:ext>
            </a:extLst>
          </p:cNvPr>
          <p:cNvSpPr>
            <a:spLocks xmlns:a="http://schemas.openxmlformats.org/drawingml/2006/main" noGrp="1"/>
          </p:cNvSpPr>
          <p:nvPr/>
        </p:nvSpPr>
        <p:spPr>
          <a:xfrm xmlns:a="http://schemas.openxmlformats.org/drawingml/2006/main">
            <a:off x="666750" y="4572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latin typeface="Arial"/>
                <a:ea typeface="Arial"/>
                <a:cs typeface="Arial"/>
              </a:defRPr>
            </a:defPPr>
            <a:lvl1pPr>
              <a:defRPr sz="3300" b="1">
                <a:solidFill>
                  <a:srgbClr val="FFFFFF"/>
                </a:solidFill>
                <a:latin typeface="Arial"/>
                <a:ea typeface="Arial"/>
                <a:cs typeface="Arial"/>
              </a:defRPr>
            </a:lvl1pPr>
            <a:lvl2pPr>
              <a:defRPr sz="3300" b="1">
                <a:solidFill>
                  <a:srgbClr val="FFFFFF"/>
                </a:solidFill>
                <a:latin typeface="Arial"/>
                <a:ea typeface="Arial"/>
                <a:cs typeface="Arial"/>
              </a:defRPr>
            </a:lvl2pPr>
            <a:lvl3pPr>
              <a:defRPr sz="3300" b="1">
                <a:solidFill>
                  <a:srgbClr val="FFFFFF"/>
                </a:solidFill>
                <a:latin typeface="Arial"/>
                <a:ea typeface="Arial"/>
                <a:cs typeface="Arial"/>
              </a:defRPr>
            </a:lvl3pPr>
            <a:lvl4pPr>
              <a:defRPr sz="3300" b="1">
                <a:solidFill>
                  <a:srgbClr val="FFFFFF"/>
                </a:solidFill>
                <a:latin typeface="Arial"/>
                <a:ea typeface="Arial"/>
                <a:cs typeface="Arial"/>
              </a:defRPr>
            </a:lvl4pPr>
            <a:lvl5pPr>
              <a:defRPr sz="3300" b="1">
                <a:solidFill>
                  <a:srgbClr val="FFFFFF"/>
                </a:solidFill>
                <a:latin typeface="Arial"/>
                <a:ea typeface="Arial"/>
                <a:cs typeface="Arial"/>
              </a:defRPr>
            </a:lvl5pPr>
            <a:lvl6pPr>
              <a:defRPr sz="3300" b="1">
                <a:solidFill>
                  <a:srgbClr val="FFFFFF"/>
                </a:solidFill>
                <a:latin typeface="Arial"/>
                <a:ea typeface="Arial"/>
                <a:cs typeface="Arial"/>
              </a:defRPr>
            </a:lvl6pPr>
            <a:lvl7pPr>
              <a:defRPr sz="3300" b="1">
                <a:solidFill>
                  <a:srgbClr val="FFFFFF"/>
                </a:solidFill>
                <a:latin typeface="Arial"/>
                <a:ea typeface="Arial"/>
                <a:cs typeface="Arial"/>
              </a:defRPr>
            </a:lvl7pPr>
            <a:lvl8pPr>
              <a:defRPr sz="3300" b="1">
                <a:solidFill>
                  <a:srgbClr val="FFFFFF"/>
                </a:solidFill>
                <a:latin typeface="Arial"/>
                <a:ea typeface="Arial"/>
                <a:cs typeface="Arial"/>
              </a:defRPr>
            </a:lvl8pPr>
            <a:lvl9pPr>
              <a:defRPr sz="3300" b="1">
                <a:solidFill>
                  <a:srgbClr val="FFFFFF"/>
                </a:solidFill>
                <a:latin typeface="Arial"/>
                <a:ea typeface="Arial"/>
                <a:cs typeface="Arial"/>
              </a:defRPr>
            </a:lvl9pPr>
          </a:lstStyle>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Evidence enforcement and provenance</a:t>
            </a:r>
          </a:p>
        </p:txBody>
      </p:sp>
      <p:sp>
        <p:nvSpPr>
          <p:cNvPr id="2" name="">
            <a:extLst xmlns:a="http://schemas.openxmlformats.org/drawingml/2006/main">
              <a:ext uri="{FF2B5EF4-FFF2-40B4-BE49-F238E27FC236}">
                <a16:creationId xmlns:a16="http://schemas.microsoft.com/office/drawing/2014/main" id="{C1B41AC1-648C-40D3-BC98-C319F4BD8A1C}"/>
              </a:ext>
            </a:extLst>
          </p:cNvPr>
          <p:cNvSpPr>
            <a:spLocks xmlns:a="http://schemas.openxmlformats.org/drawingml/2006/main" noGrp="1"/>
          </p:cNvSpPr>
          <p:nvPr/>
        </p:nvSpPr>
        <p:spPr>
          <a:xfrm xmlns:a="http://schemas.openxmlformats.org/drawingml/2006/main">
            <a:off x="666750" y="63341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9CECF"/>
                </a:solidFill>
                <a:latin typeface="Arial"/>
                <a:ea typeface="Arial"/>
                <a:cs typeface="Arial"/>
              </a:defRPr>
            </a:defPPr>
            <a:lvl1pPr>
              <a:defRPr sz="1275" b="0">
                <a:solidFill>
                  <a:srgbClr val="B9CECF"/>
                </a:solidFill>
                <a:latin typeface="Arial"/>
                <a:ea typeface="Arial"/>
                <a:cs typeface="Arial"/>
              </a:defRPr>
            </a:lvl1pPr>
            <a:lvl2pPr>
              <a:defRPr sz="1275" b="0">
                <a:solidFill>
                  <a:srgbClr val="B9CECF"/>
                </a:solidFill>
                <a:latin typeface="Arial"/>
                <a:ea typeface="Arial"/>
                <a:cs typeface="Arial"/>
              </a:defRPr>
            </a:lvl2pPr>
            <a:lvl3pPr>
              <a:defRPr sz="1275" b="0">
                <a:solidFill>
                  <a:srgbClr val="B9CECF"/>
                </a:solidFill>
                <a:latin typeface="Arial"/>
                <a:ea typeface="Arial"/>
                <a:cs typeface="Arial"/>
              </a:defRPr>
            </a:lvl3pPr>
            <a:lvl4pPr>
              <a:defRPr sz="1275" b="0">
                <a:solidFill>
                  <a:srgbClr val="B9CECF"/>
                </a:solidFill>
                <a:latin typeface="Arial"/>
                <a:ea typeface="Arial"/>
                <a:cs typeface="Arial"/>
              </a:defRPr>
            </a:lvl4pPr>
            <a:lvl5pPr>
              <a:defRPr sz="1275" b="0">
                <a:solidFill>
                  <a:srgbClr val="B9CECF"/>
                </a:solidFill>
                <a:latin typeface="Arial"/>
                <a:ea typeface="Arial"/>
                <a:cs typeface="Arial"/>
              </a:defRPr>
            </a:lvl5pPr>
            <a:lvl6pPr>
              <a:defRPr sz="1275" b="0">
                <a:solidFill>
                  <a:srgbClr val="B9CECF"/>
                </a:solidFill>
                <a:latin typeface="Arial"/>
                <a:ea typeface="Arial"/>
                <a:cs typeface="Arial"/>
              </a:defRPr>
            </a:lvl6pPr>
            <a:lvl7pPr>
              <a:defRPr sz="1275" b="0">
                <a:solidFill>
                  <a:srgbClr val="B9CECF"/>
                </a:solidFill>
                <a:latin typeface="Arial"/>
                <a:ea typeface="Arial"/>
                <a:cs typeface="Arial"/>
              </a:defRPr>
            </a:lvl7pPr>
            <a:lvl8pPr>
              <a:defRPr sz="1275" b="0">
                <a:solidFill>
                  <a:srgbClr val="B9CECF"/>
                </a:solidFill>
                <a:latin typeface="Arial"/>
                <a:ea typeface="Arial"/>
                <a:cs typeface="Arial"/>
              </a:defRPr>
            </a:lvl8pPr>
            <a:lvl9pPr>
              <a:defRPr sz="1275" b="0">
                <a:solidFill>
                  <a:srgbClr val="B9CECF"/>
                </a:solidFill>
                <a:latin typeface="Arial"/>
                <a:ea typeface="Arial"/>
                <a:cs typeface="Arial"/>
              </a:defRPr>
            </a:lvl9pPr>
          </a:lstStyle>
          <a:p xmlns:a="http://schemas.openxmlformats.org/drawingml/2006/main">
            <a:pPr>
              <a:defRPr sz="1275" b="0">
                <a:solidFill>
                  <a:srgbClr val="B9CECF"/>
                </a:solidFill>
                <a:latin typeface="Arial"/>
                <a:ea typeface="Arial"/>
                <a:cs typeface="Arial"/>
              </a:defRPr>
            </a:pPr>
            <a:r>
              <a:rPr sz="1275" b="0">
                <a:solidFill>
                  <a:srgbClr val="B9CECF"/>
                </a:solidFill>
                <a:latin typeface="Arial"/>
                <a:ea typeface="Arial"/>
                <a:cs typeface="Arial"/>
              </a:rPr>
              <a:t>London Office Monitoring   /   Engineering delivery</a:t>
            </a:r>
          </a:p>
        </p:txBody>
      </p:sp>
      <p:sp>
        <p:nvSpPr>
          <p:cNvPr id="3" name="">
            <a:extLst xmlns:a="http://schemas.openxmlformats.org/drawingml/2006/main">
              <a:ext uri="{FF2B5EF4-FFF2-40B4-BE49-F238E27FC236}">
                <a16:creationId xmlns:a16="http://schemas.microsoft.com/office/drawing/2014/main" id="{BB59FFCA-2B8C-4BE2-9B5C-9854DDE8FF54}"/>
              </a:ext>
            </a:extLst>
          </p:cNvPr>
          <p:cNvSpPr>
            <a:spLocks xmlns:a="http://schemas.openxmlformats.org/drawingml/2006/main" noGrp="1"/>
          </p:cNvSpPr>
          <p:nvPr/>
        </p:nvSpPr>
        <p:spPr>
          <a:xfrm xmlns:a="http://schemas.openxmlformats.org/drawingml/2006/main">
            <a:off x="11049000" y="63341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B9CECF"/>
                </a:solidFill>
                <a:latin typeface="Arial"/>
                <a:ea typeface="Arial"/>
                <a:cs typeface="Arial"/>
              </a:defRPr>
            </a:defPPr>
            <a:lvl1pPr>
              <a:defRPr sz="1275" b="0">
                <a:solidFill>
                  <a:srgbClr val="B9CECF"/>
                </a:solidFill>
                <a:latin typeface="Arial"/>
                <a:ea typeface="Arial"/>
                <a:cs typeface="Arial"/>
              </a:defRPr>
            </a:lvl1pPr>
            <a:lvl2pPr>
              <a:defRPr sz="1275" b="0">
                <a:solidFill>
                  <a:srgbClr val="B9CECF"/>
                </a:solidFill>
                <a:latin typeface="Arial"/>
                <a:ea typeface="Arial"/>
                <a:cs typeface="Arial"/>
              </a:defRPr>
            </a:lvl2pPr>
            <a:lvl3pPr>
              <a:defRPr sz="1275" b="0">
                <a:solidFill>
                  <a:srgbClr val="B9CECF"/>
                </a:solidFill>
                <a:latin typeface="Arial"/>
                <a:ea typeface="Arial"/>
                <a:cs typeface="Arial"/>
              </a:defRPr>
            </a:lvl3pPr>
            <a:lvl4pPr>
              <a:defRPr sz="1275" b="0">
                <a:solidFill>
                  <a:srgbClr val="B9CECF"/>
                </a:solidFill>
                <a:latin typeface="Arial"/>
                <a:ea typeface="Arial"/>
                <a:cs typeface="Arial"/>
              </a:defRPr>
            </a:lvl4pPr>
            <a:lvl5pPr>
              <a:defRPr sz="1275" b="0">
                <a:solidFill>
                  <a:srgbClr val="B9CECF"/>
                </a:solidFill>
                <a:latin typeface="Arial"/>
                <a:ea typeface="Arial"/>
                <a:cs typeface="Arial"/>
              </a:defRPr>
            </a:lvl5pPr>
            <a:lvl6pPr>
              <a:defRPr sz="1275" b="0">
                <a:solidFill>
                  <a:srgbClr val="B9CECF"/>
                </a:solidFill>
                <a:latin typeface="Arial"/>
                <a:ea typeface="Arial"/>
                <a:cs typeface="Arial"/>
              </a:defRPr>
            </a:lvl6pPr>
            <a:lvl7pPr>
              <a:defRPr sz="1275" b="0">
                <a:solidFill>
                  <a:srgbClr val="B9CECF"/>
                </a:solidFill>
                <a:latin typeface="Arial"/>
                <a:ea typeface="Arial"/>
                <a:cs typeface="Arial"/>
              </a:defRPr>
            </a:lvl7pPr>
            <a:lvl8pPr>
              <a:defRPr sz="1275" b="0">
                <a:solidFill>
                  <a:srgbClr val="B9CECF"/>
                </a:solidFill>
                <a:latin typeface="Arial"/>
                <a:ea typeface="Arial"/>
                <a:cs typeface="Arial"/>
              </a:defRPr>
            </a:lvl8pPr>
            <a:lvl9pPr>
              <a:defRPr sz="1275" b="0">
                <a:solidFill>
                  <a:srgbClr val="B9CECF"/>
                </a:solidFill>
                <a:latin typeface="Arial"/>
                <a:ea typeface="Arial"/>
                <a:cs typeface="Arial"/>
              </a:defRPr>
            </a:lvl9pPr>
          </a:lstStyle>
          <a:p xmlns:a="http://schemas.openxmlformats.org/drawingml/2006/main">
            <a:pPr>
              <a:defRPr sz="1275" b="0">
                <a:solidFill>
                  <a:srgbClr val="B9CECF"/>
                </a:solidFill>
                <a:latin typeface="Arial"/>
                <a:ea typeface="Arial"/>
                <a:cs typeface="Arial"/>
              </a:defRPr>
            </a:pPr>
            <a:r>
              <a:rPr sz="1275" b="0">
                <a:solidFill>
                  <a:srgbClr val="B9CECF"/>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933607D6-BCF6-4A86-9D48-2E2038EA8091}"/>
              </a:ext>
            </a:extLst>
          </p:cNvPr>
          <p:cNvSpPr>
            <a:spLocks xmlns:a="http://schemas.openxmlformats.org/drawingml/2006/main" noGrp="1"/>
          </p:cNvSpPr>
          <p:nvPr/>
        </p:nvSpPr>
        <p:spPr>
          <a:xfrm xmlns:a="http://schemas.openxmlformats.org/drawingml/2006/main">
            <a:off x="666750" y="1524000"/>
            <a:ext cx="590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FFFFFF"/>
                </a:solidFill>
                <a:latin typeface="Arial"/>
                <a:ea typeface="Arial"/>
                <a:cs typeface="Arial"/>
              </a:defRPr>
            </a:defPPr>
            <a:lvl1pPr>
              <a:defRPr sz="2325" b="1">
                <a:solidFill>
                  <a:srgbClr val="FFFFFF"/>
                </a:solidFill>
                <a:latin typeface="Arial"/>
                <a:ea typeface="Arial"/>
                <a:cs typeface="Arial"/>
              </a:defRPr>
            </a:lvl1pPr>
            <a:lvl2pPr>
              <a:defRPr sz="2325" b="1">
                <a:solidFill>
                  <a:srgbClr val="FFFFFF"/>
                </a:solidFill>
                <a:latin typeface="Arial"/>
                <a:ea typeface="Arial"/>
                <a:cs typeface="Arial"/>
              </a:defRPr>
            </a:lvl2pPr>
            <a:lvl3pPr>
              <a:defRPr sz="2325" b="1">
                <a:solidFill>
                  <a:srgbClr val="FFFFFF"/>
                </a:solidFill>
                <a:latin typeface="Arial"/>
                <a:ea typeface="Arial"/>
                <a:cs typeface="Arial"/>
              </a:defRPr>
            </a:lvl3pPr>
            <a:lvl4pPr>
              <a:defRPr sz="2325" b="1">
                <a:solidFill>
                  <a:srgbClr val="FFFFFF"/>
                </a:solidFill>
                <a:latin typeface="Arial"/>
                <a:ea typeface="Arial"/>
                <a:cs typeface="Arial"/>
              </a:defRPr>
            </a:lvl4pPr>
            <a:lvl5pPr>
              <a:defRPr sz="2325" b="1">
                <a:solidFill>
                  <a:srgbClr val="FFFFFF"/>
                </a:solidFill>
                <a:latin typeface="Arial"/>
                <a:ea typeface="Arial"/>
                <a:cs typeface="Arial"/>
              </a:defRPr>
            </a:lvl5pPr>
            <a:lvl6pPr>
              <a:defRPr sz="2325" b="1">
                <a:solidFill>
                  <a:srgbClr val="FFFFFF"/>
                </a:solidFill>
                <a:latin typeface="Arial"/>
                <a:ea typeface="Arial"/>
                <a:cs typeface="Arial"/>
              </a:defRPr>
            </a:lvl6pPr>
            <a:lvl7pPr>
              <a:defRPr sz="2325" b="1">
                <a:solidFill>
                  <a:srgbClr val="FFFFFF"/>
                </a:solidFill>
                <a:latin typeface="Arial"/>
                <a:ea typeface="Arial"/>
                <a:cs typeface="Arial"/>
              </a:defRPr>
            </a:lvl7pPr>
            <a:lvl8pPr>
              <a:defRPr sz="2325" b="1">
                <a:solidFill>
                  <a:srgbClr val="FFFFFF"/>
                </a:solidFill>
                <a:latin typeface="Arial"/>
                <a:ea typeface="Arial"/>
                <a:cs typeface="Arial"/>
              </a:defRPr>
            </a:lvl8pPr>
            <a:lvl9pPr>
              <a:defRPr sz="2325" b="1">
                <a:solidFill>
                  <a:srgbClr val="FFFFFF"/>
                </a:solidFill>
                <a:latin typeface="Arial"/>
                <a:ea typeface="Arial"/>
                <a:cs typeface="Arial"/>
              </a:defRPr>
            </a:lvl9pPr>
          </a:lstStyle>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Curated inputs and controlled access</a:t>
            </a:r>
          </a:p>
        </p:txBody>
      </p:sp>
      <p:sp>
        <p:nvSpPr>
          <p:cNvPr id="5" name="">
            <a:extLst xmlns:a="http://schemas.openxmlformats.org/drawingml/2006/main">
              <a:ext uri="{FF2B5EF4-FFF2-40B4-BE49-F238E27FC236}">
                <a16:creationId xmlns:a16="http://schemas.microsoft.com/office/drawing/2014/main" id="{CA5A1D8D-1731-40F3-869F-313D9CE60D0E}"/>
              </a:ext>
            </a:extLst>
          </p:cNvPr>
          <p:cNvSpPr>
            <a:spLocks xmlns:a="http://schemas.openxmlformats.org/drawingml/2006/main" noGrp="1"/>
          </p:cNvSpPr>
          <p:nvPr/>
        </p:nvSpPr>
        <p:spPr>
          <a:xfrm xmlns:a="http://schemas.openxmlformats.org/drawingml/2006/main">
            <a:off x="666750" y="2143125"/>
            <a:ext cx="647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9CECF"/>
                </a:solidFill>
                <a:latin typeface="Arial"/>
                <a:ea typeface="Arial"/>
                <a:cs typeface="Arial"/>
              </a:defRPr>
            </a:defPPr>
            <a:lvl1pPr>
              <a:defRPr sz="1875" b="0">
                <a:solidFill>
                  <a:srgbClr val="B9CECF"/>
                </a:solidFill>
                <a:latin typeface="Arial"/>
                <a:ea typeface="Arial"/>
                <a:cs typeface="Arial"/>
              </a:defRPr>
            </a:lvl1pPr>
            <a:lvl2pPr>
              <a:defRPr sz="1875" b="0">
                <a:solidFill>
                  <a:srgbClr val="B9CECF"/>
                </a:solidFill>
                <a:latin typeface="Arial"/>
                <a:ea typeface="Arial"/>
                <a:cs typeface="Arial"/>
              </a:defRPr>
            </a:lvl2pPr>
            <a:lvl3pPr>
              <a:defRPr sz="1875" b="0">
                <a:solidFill>
                  <a:srgbClr val="B9CECF"/>
                </a:solidFill>
                <a:latin typeface="Arial"/>
                <a:ea typeface="Arial"/>
                <a:cs typeface="Arial"/>
              </a:defRPr>
            </a:lvl3pPr>
            <a:lvl4pPr>
              <a:defRPr sz="1875" b="0">
                <a:solidFill>
                  <a:srgbClr val="B9CECF"/>
                </a:solidFill>
                <a:latin typeface="Arial"/>
                <a:ea typeface="Arial"/>
                <a:cs typeface="Arial"/>
              </a:defRPr>
            </a:lvl4pPr>
            <a:lvl5pPr>
              <a:defRPr sz="1875" b="0">
                <a:solidFill>
                  <a:srgbClr val="B9CECF"/>
                </a:solidFill>
                <a:latin typeface="Arial"/>
                <a:ea typeface="Arial"/>
                <a:cs typeface="Arial"/>
              </a:defRPr>
            </a:lvl5pPr>
            <a:lvl6pPr>
              <a:defRPr sz="1875" b="0">
                <a:solidFill>
                  <a:srgbClr val="B9CECF"/>
                </a:solidFill>
                <a:latin typeface="Arial"/>
                <a:ea typeface="Arial"/>
                <a:cs typeface="Arial"/>
              </a:defRPr>
            </a:lvl6pPr>
            <a:lvl7pPr>
              <a:defRPr sz="1875" b="0">
                <a:solidFill>
                  <a:srgbClr val="B9CECF"/>
                </a:solidFill>
                <a:latin typeface="Arial"/>
                <a:ea typeface="Arial"/>
                <a:cs typeface="Arial"/>
              </a:defRPr>
            </a:lvl7pPr>
            <a:lvl8pPr>
              <a:defRPr sz="1875" b="0">
                <a:solidFill>
                  <a:srgbClr val="B9CECF"/>
                </a:solidFill>
                <a:latin typeface="Arial"/>
                <a:ea typeface="Arial"/>
                <a:cs typeface="Arial"/>
              </a:defRPr>
            </a:lvl8pPr>
            <a:lvl9pPr>
              <a:defRPr sz="1875" b="0">
                <a:solidFill>
                  <a:srgbClr val="B9CECF"/>
                </a:solidFill>
                <a:latin typeface="Arial"/>
                <a:ea typeface="Arial"/>
                <a:cs typeface="Arial"/>
              </a:defRPr>
            </a:lvl9pPr>
          </a:lstStyle>
          <a:p xmlns:a="http://schemas.openxmlformats.org/drawingml/2006/main">
            <a:pPr>
              <a:defRPr sz="1875" b="0">
                <a:solidFill>
                  <a:srgbClr val="B9CECF"/>
                </a:solidFill>
                <a:latin typeface="Arial"/>
                <a:ea typeface="Arial"/>
                <a:cs typeface="Arial"/>
              </a:defRPr>
            </a:pPr>
            <a:r>
              <a:rPr sz="1875" b="0">
                <a:solidFill>
                  <a:srgbClr val="B9CECF"/>
                </a:solidFill>
                <a:latin typeface="Arial"/>
                <a:ea typeface="Arial"/>
                <a:cs typeface="Arial"/>
              </a:rPr>
              <a:t>sources.json  /  facts.json  /  coverage.json</a:t>
            </a:r>
          </a:p>
        </p:txBody>
      </p:sp>
      <p:sp>
        <p:nvSpPr>
          <p:cNvPr id="6" name="">
            <a:extLst xmlns:a="http://schemas.openxmlformats.org/drawingml/2006/main">
              <a:ext uri="{FF2B5EF4-FFF2-40B4-BE49-F238E27FC236}">
                <a16:creationId xmlns:a16="http://schemas.microsoft.com/office/drawing/2014/main" id="{A7005C14-B47C-427A-8323-37177FC8DC52}"/>
              </a:ext>
            </a:extLst>
          </p:cNvPr>
          <p:cNvSpPr>
            <a:spLocks xmlns:a="http://schemas.openxmlformats.org/drawingml/2006/main" noGrp="1"/>
          </p:cNvSpPr>
          <p:nvPr/>
        </p:nvSpPr>
        <p:spPr>
          <a:xfrm xmlns:a="http://schemas.openxmlformats.org/drawingml/2006/main">
            <a:off x="666750" y="2667000"/>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vl1pPr>
              <a:defRPr sz="2025" b="0">
                <a:solidFill>
                  <a:srgbClr val="FFFFFF"/>
                </a:solidFill>
                <a:latin typeface="Arial"/>
                <a:ea typeface="Arial"/>
                <a:cs typeface="Arial"/>
              </a:defRPr>
            </a:lvl1pPr>
            <a:lvl2pPr>
              <a:defRPr sz="2025" b="0">
                <a:solidFill>
                  <a:srgbClr val="FFFFFF"/>
                </a:solidFill>
                <a:latin typeface="Arial"/>
                <a:ea typeface="Arial"/>
                <a:cs typeface="Arial"/>
              </a:defRPr>
            </a:lvl2pPr>
            <a:lvl3pPr>
              <a:defRPr sz="2025" b="0">
                <a:solidFill>
                  <a:srgbClr val="FFFFFF"/>
                </a:solidFill>
                <a:latin typeface="Arial"/>
                <a:ea typeface="Arial"/>
                <a:cs typeface="Arial"/>
              </a:defRPr>
            </a:lvl3pPr>
            <a:lvl4pPr>
              <a:defRPr sz="2025" b="0">
                <a:solidFill>
                  <a:srgbClr val="FFFFFF"/>
                </a:solidFill>
                <a:latin typeface="Arial"/>
                <a:ea typeface="Arial"/>
                <a:cs typeface="Arial"/>
              </a:defRPr>
            </a:lvl4pPr>
            <a:lvl5pPr>
              <a:defRPr sz="2025" b="0">
                <a:solidFill>
                  <a:srgbClr val="FFFFFF"/>
                </a:solidFill>
                <a:latin typeface="Arial"/>
                <a:ea typeface="Arial"/>
                <a:cs typeface="Arial"/>
              </a:defRPr>
            </a:lvl5pPr>
            <a:lvl6pPr>
              <a:defRPr sz="2025" b="0">
                <a:solidFill>
                  <a:srgbClr val="FFFFFF"/>
                </a:solidFill>
                <a:latin typeface="Arial"/>
                <a:ea typeface="Arial"/>
                <a:cs typeface="Arial"/>
              </a:defRPr>
            </a:lvl6pPr>
            <a:lvl7pPr>
              <a:defRPr sz="2025" b="0">
                <a:solidFill>
                  <a:srgbClr val="FFFFFF"/>
                </a:solidFill>
                <a:latin typeface="Arial"/>
                <a:ea typeface="Arial"/>
                <a:cs typeface="Arial"/>
              </a:defRPr>
            </a:lvl7pPr>
            <a:lvl8pPr>
              <a:defRPr sz="2025" b="0">
                <a:solidFill>
                  <a:srgbClr val="FFFFFF"/>
                </a:solidFill>
                <a:latin typeface="Arial"/>
                <a:ea typeface="Arial"/>
                <a:cs typeface="Arial"/>
              </a:defRPr>
            </a:lvl8pPr>
            <a:lvl9pPr>
              <a:defRPr sz="2025" b="0">
                <a:solidFill>
                  <a:srgbClr val="FFFFFF"/>
                </a:solidFill>
                <a:latin typeface="Arial"/>
                <a:ea typeface="Arial"/>
                <a:cs typeface="Arial"/>
              </a:defRPr>
            </a:lvl9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query.py build validates and rebuilds SQLite.</a:t>
            </a:r>
          </a:p>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Runtime tools open the database read-only.</a:t>
            </a:r>
          </a:p>
        </p:txBody>
      </p:sp>
      <p:sp>
        <p:nvSpPr>
          <p:cNvPr id="7" name="">
            <a:extLst xmlns:a="http://schemas.openxmlformats.org/drawingml/2006/main">
              <a:ext uri="{FF2B5EF4-FFF2-40B4-BE49-F238E27FC236}">
                <a16:creationId xmlns:a16="http://schemas.microsoft.com/office/drawing/2014/main" id="{10CEEB1C-C548-4A6F-B7E8-8365418E13A3}"/>
              </a:ext>
            </a:extLst>
          </p:cNvPr>
          <p:cNvSpPr>
            <a:spLocks xmlns:a="http://schemas.openxmlformats.org/drawingml/2006/main" noGrp="1"/>
          </p:cNvSpPr>
          <p:nvPr/>
        </p:nvSpPr>
        <p:spPr>
          <a:xfrm xmlns:a="http://schemas.openxmlformats.org/drawingml/2006/main">
            <a:off x="666750" y="3810000"/>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vl1pPr>
              <a:defRPr sz="2025" b="0">
                <a:solidFill>
                  <a:srgbClr val="FFFFFF"/>
                </a:solidFill>
                <a:latin typeface="Arial"/>
                <a:ea typeface="Arial"/>
                <a:cs typeface="Arial"/>
              </a:defRPr>
            </a:lvl1pPr>
            <a:lvl2pPr>
              <a:defRPr sz="2025" b="0">
                <a:solidFill>
                  <a:srgbClr val="FFFFFF"/>
                </a:solidFill>
                <a:latin typeface="Arial"/>
                <a:ea typeface="Arial"/>
                <a:cs typeface="Arial"/>
              </a:defRPr>
            </a:lvl2pPr>
            <a:lvl3pPr>
              <a:defRPr sz="2025" b="0">
                <a:solidFill>
                  <a:srgbClr val="FFFFFF"/>
                </a:solidFill>
                <a:latin typeface="Arial"/>
                <a:ea typeface="Arial"/>
                <a:cs typeface="Arial"/>
              </a:defRPr>
            </a:lvl3pPr>
            <a:lvl4pPr>
              <a:defRPr sz="2025" b="0">
                <a:solidFill>
                  <a:srgbClr val="FFFFFF"/>
                </a:solidFill>
                <a:latin typeface="Arial"/>
                <a:ea typeface="Arial"/>
                <a:cs typeface="Arial"/>
              </a:defRPr>
            </a:lvl4pPr>
            <a:lvl5pPr>
              <a:defRPr sz="2025" b="0">
                <a:solidFill>
                  <a:srgbClr val="FFFFFF"/>
                </a:solidFill>
                <a:latin typeface="Arial"/>
                <a:ea typeface="Arial"/>
                <a:cs typeface="Arial"/>
              </a:defRPr>
            </a:lvl5pPr>
            <a:lvl6pPr>
              <a:defRPr sz="2025" b="0">
                <a:solidFill>
                  <a:srgbClr val="FFFFFF"/>
                </a:solidFill>
                <a:latin typeface="Arial"/>
                <a:ea typeface="Arial"/>
                <a:cs typeface="Arial"/>
              </a:defRPr>
            </a:lvl6pPr>
            <a:lvl7pPr>
              <a:defRPr sz="2025" b="0">
                <a:solidFill>
                  <a:srgbClr val="FFFFFF"/>
                </a:solidFill>
                <a:latin typeface="Arial"/>
                <a:ea typeface="Arial"/>
                <a:cs typeface="Arial"/>
              </a:defRPr>
            </a:lvl7pPr>
            <a:lvl8pPr>
              <a:defRPr sz="2025" b="0">
                <a:solidFill>
                  <a:srgbClr val="FFFFFF"/>
                </a:solidFill>
                <a:latin typeface="Arial"/>
                <a:ea typeface="Arial"/>
                <a:cs typeface="Arial"/>
              </a:defRPr>
            </a:lvl8pPr>
            <a:lvl9pPr>
              <a:defRPr sz="2025" b="0">
                <a:solidFill>
                  <a:srgbClr val="FFFFFF"/>
                </a:solidFill>
                <a:latin typeface="Arial"/>
                <a:ea typeface="Arial"/>
                <a:cs typeface="Arial"/>
              </a:defRPr>
            </a:lvl9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Each claim keeps its period, unit, geography,</a:t>
            </a:r>
          </a:p>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status, source ID, URL, locator and caveats.</a:t>
            </a:r>
          </a:p>
        </p:txBody>
      </p:sp>
      <p:sp>
        <p:nvSpPr>
          <p:cNvPr id="8" name="">
            <a:extLst xmlns:a="http://schemas.openxmlformats.org/drawingml/2006/main">
              <a:ext uri="{FF2B5EF4-FFF2-40B4-BE49-F238E27FC236}">
                <a16:creationId xmlns:a16="http://schemas.microsoft.com/office/drawing/2014/main" id="{A36286E4-BF0A-49D2-9690-314020CD3067}"/>
              </a:ext>
            </a:extLst>
          </p:cNvPr>
          <p:cNvSpPr>
            <a:spLocks xmlns:a="http://schemas.openxmlformats.org/drawingml/2006/main" noGrp="1"/>
          </p:cNvSpPr>
          <p:nvPr/>
        </p:nvSpPr>
        <p:spPr>
          <a:xfrm xmlns:a="http://schemas.openxmlformats.org/drawingml/2006/main">
            <a:off x="666750" y="4953000"/>
            <a:ext cx="619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vl1pPr>
              <a:defRPr sz="2025" b="0">
                <a:solidFill>
                  <a:srgbClr val="FFFFFF"/>
                </a:solidFill>
                <a:latin typeface="Arial"/>
                <a:ea typeface="Arial"/>
                <a:cs typeface="Arial"/>
              </a:defRPr>
            </a:lvl1pPr>
            <a:lvl2pPr>
              <a:defRPr sz="2025" b="0">
                <a:solidFill>
                  <a:srgbClr val="FFFFFF"/>
                </a:solidFill>
                <a:latin typeface="Arial"/>
                <a:ea typeface="Arial"/>
                <a:cs typeface="Arial"/>
              </a:defRPr>
            </a:lvl2pPr>
            <a:lvl3pPr>
              <a:defRPr sz="2025" b="0">
                <a:solidFill>
                  <a:srgbClr val="FFFFFF"/>
                </a:solidFill>
                <a:latin typeface="Arial"/>
                <a:ea typeface="Arial"/>
                <a:cs typeface="Arial"/>
              </a:defRPr>
            </a:lvl3pPr>
            <a:lvl4pPr>
              <a:defRPr sz="2025" b="0">
                <a:solidFill>
                  <a:srgbClr val="FFFFFF"/>
                </a:solidFill>
                <a:latin typeface="Arial"/>
                <a:ea typeface="Arial"/>
                <a:cs typeface="Arial"/>
              </a:defRPr>
            </a:lvl4pPr>
            <a:lvl5pPr>
              <a:defRPr sz="2025" b="0">
                <a:solidFill>
                  <a:srgbClr val="FFFFFF"/>
                </a:solidFill>
                <a:latin typeface="Arial"/>
                <a:ea typeface="Arial"/>
                <a:cs typeface="Arial"/>
              </a:defRPr>
            </a:lvl5pPr>
            <a:lvl6pPr>
              <a:defRPr sz="2025" b="0">
                <a:solidFill>
                  <a:srgbClr val="FFFFFF"/>
                </a:solidFill>
                <a:latin typeface="Arial"/>
                <a:ea typeface="Arial"/>
                <a:cs typeface="Arial"/>
              </a:defRPr>
            </a:lvl6pPr>
            <a:lvl7pPr>
              <a:defRPr sz="2025" b="0">
                <a:solidFill>
                  <a:srgbClr val="FFFFFF"/>
                </a:solidFill>
                <a:latin typeface="Arial"/>
                <a:ea typeface="Arial"/>
                <a:cs typeface="Arial"/>
              </a:defRPr>
            </a:lvl7pPr>
            <a:lvl8pPr>
              <a:defRPr sz="2025" b="0">
                <a:solidFill>
                  <a:srgbClr val="FFFFFF"/>
                </a:solidFill>
                <a:latin typeface="Arial"/>
                <a:ea typeface="Arial"/>
                <a:cs typeface="Arial"/>
              </a:defRPr>
            </a:lvl8pPr>
            <a:lvl9pPr>
              <a:defRPr sz="2025" b="0">
                <a:solidFill>
                  <a:srgbClr val="FFFFFF"/>
                </a:solidFill>
                <a:latin typeface="Arial"/>
                <a:ea typeface="Arial"/>
                <a:cs typeface="Arial"/>
              </a:defRPr>
            </a:lvl9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Compatible comparisons use Python arithmetic.</a:t>
            </a:r>
          </a:p>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Missing coverage stays explicit.</a:t>
            </a:r>
          </a:p>
        </p:txBody>
      </p:sp>
      <p:sp>
        <p:nvSpPr>
          <p:cNvPr id="9" name="">
            <a:extLst xmlns:a="http://schemas.openxmlformats.org/drawingml/2006/main">
              <a:ext uri="{FF2B5EF4-FFF2-40B4-BE49-F238E27FC236}">
                <a16:creationId xmlns:a16="http://schemas.microsoft.com/office/drawing/2014/main" id="{F534A13D-7B2B-4E53-AD89-776CD57E273E}"/>
              </a:ext>
            </a:extLst>
          </p:cNvPr>
          <p:cNvSpPr>
            <a:spLocks xmlns:a="http://schemas.openxmlformats.org/drawingml/2006/main" noGrp="1"/>
          </p:cNvSpPr>
          <p:nvPr/>
        </p:nvSpPr>
        <p:spPr>
          <a:xfrm xmlns:a="http://schemas.openxmlformats.org/drawingml/2006/main">
            <a:off x="7620000" y="1524000"/>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B9CECF"/>
                </a:solidFill>
                <a:latin typeface="Arial"/>
                <a:ea typeface="Arial"/>
                <a:cs typeface="Arial"/>
              </a:defRPr>
            </a:defPPr>
            <a:lvl1pPr>
              <a:defRPr sz="2175" b="1">
                <a:solidFill>
                  <a:srgbClr val="B9CECF"/>
                </a:solidFill>
                <a:latin typeface="Arial"/>
                <a:ea typeface="Arial"/>
                <a:cs typeface="Arial"/>
              </a:defRPr>
            </a:lvl1pPr>
            <a:lvl2pPr>
              <a:defRPr sz="2175" b="1">
                <a:solidFill>
                  <a:srgbClr val="B9CECF"/>
                </a:solidFill>
                <a:latin typeface="Arial"/>
                <a:ea typeface="Arial"/>
                <a:cs typeface="Arial"/>
              </a:defRPr>
            </a:lvl2pPr>
            <a:lvl3pPr>
              <a:defRPr sz="2175" b="1">
                <a:solidFill>
                  <a:srgbClr val="B9CECF"/>
                </a:solidFill>
                <a:latin typeface="Arial"/>
                <a:ea typeface="Arial"/>
                <a:cs typeface="Arial"/>
              </a:defRPr>
            </a:lvl3pPr>
            <a:lvl4pPr>
              <a:defRPr sz="2175" b="1">
                <a:solidFill>
                  <a:srgbClr val="B9CECF"/>
                </a:solidFill>
                <a:latin typeface="Arial"/>
                <a:ea typeface="Arial"/>
                <a:cs typeface="Arial"/>
              </a:defRPr>
            </a:lvl4pPr>
            <a:lvl5pPr>
              <a:defRPr sz="2175" b="1">
                <a:solidFill>
                  <a:srgbClr val="B9CECF"/>
                </a:solidFill>
                <a:latin typeface="Arial"/>
                <a:ea typeface="Arial"/>
                <a:cs typeface="Arial"/>
              </a:defRPr>
            </a:lvl5pPr>
            <a:lvl6pPr>
              <a:defRPr sz="2175" b="1">
                <a:solidFill>
                  <a:srgbClr val="B9CECF"/>
                </a:solidFill>
                <a:latin typeface="Arial"/>
                <a:ea typeface="Arial"/>
                <a:cs typeface="Arial"/>
              </a:defRPr>
            </a:lvl6pPr>
            <a:lvl7pPr>
              <a:defRPr sz="2175" b="1">
                <a:solidFill>
                  <a:srgbClr val="B9CECF"/>
                </a:solidFill>
                <a:latin typeface="Arial"/>
                <a:ea typeface="Arial"/>
                <a:cs typeface="Arial"/>
              </a:defRPr>
            </a:lvl7pPr>
            <a:lvl8pPr>
              <a:defRPr sz="2175" b="1">
                <a:solidFill>
                  <a:srgbClr val="B9CECF"/>
                </a:solidFill>
                <a:latin typeface="Arial"/>
                <a:ea typeface="Arial"/>
                <a:cs typeface="Arial"/>
              </a:defRPr>
            </a:lvl8pPr>
            <a:lvl9pPr>
              <a:defRPr sz="2175" b="1">
                <a:solidFill>
                  <a:srgbClr val="B9CECF"/>
                </a:solidFill>
                <a:latin typeface="Arial"/>
                <a:ea typeface="Arial"/>
                <a:cs typeface="Arial"/>
              </a:defRPr>
            </a:lvl9pPr>
          </a:lstStyle>
          <a:p xmlns:a="http://schemas.openxmlformats.org/drawingml/2006/main">
            <a:pPr>
              <a:defRPr sz="2175" b="1">
                <a:solidFill>
                  <a:srgbClr val="B9CECF"/>
                </a:solidFill>
                <a:latin typeface="Arial"/>
                <a:ea typeface="Arial"/>
                <a:cs typeface="Arial"/>
              </a:defRPr>
            </a:pPr>
            <a:r>
              <a:rPr sz="2175" b="1">
                <a:solidFill>
                  <a:srgbClr val="B9CECF"/>
                </a:solidFill>
                <a:latin typeface="Arial"/>
                <a:ea typeface="Arial"/>
                <a:cs typeface="Arial"/>
              </a:rPr>
              <a:t>A checked market comparison</a:t>
            </a:r>
          </a:p>
        </p:txBody>
      </p:sp>
      <p:sp>
        <p:nvSpPr>
          <p:cNvPr id="10" name="">
            <a:extLst xmlns:a="http://schemas.openxmlformats.org/drawingml/2006/main">
              <a:ext uri="{FF2B5EF4-FFF2-40B4-BE49-F238E27FC236}">
                <a16:creationId xmlns:a16="http://schemas.microsoft.com/office/drawing/2014/main" id="{4CFC31F0-7E00-4068-819C-710D50963CF8}"/>
              </a:ext>
            </a:extLst>
          </p:cNvPr>
          <p:cNvSpPr>
            <a:spLocks xmlns:a="http://schemas.openxmlformats.org/drawingml/2006/main" noGrp="1"/>
          </p:cNvSpPr>
          <p:nvPr/>
        </p:nvSpPr>
        <p:spPr>
          <a:xfrm xmlns:a="http://schemas.openxmlformats.org/drawingml/2006/main">
            <a:off x="7620000" y="2190750"/>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FFFF"/>
                </a:solidFill>
                <a:latin typeface="Arial"/>
                <a:ea typeface="Arial"/>
                <a:cs typeface="Arial"/>
              </a:defRPr>
            </a:defPPr>
            <a:lvl1pPr>
              <a:defRPr sz="3450" b="1">
                <a:solidFill>
                  <a:srgbClr val="FFFFFF"/>
                </a:solidFill>
                <a:latin typeface="Arial"/>
                <a:ea typeface="Arial"/>
                <a:cs typeface="Arial"/>
              </a:defRPr>
            </a:lvl1pPr>
            <a:lvl2pPr>
              <a:defRPr sz="3450" b="1">
                <a:solidFill>
                  <a:srgbClr val="FFFFFF"/>
                </a:solidFill>
                <a:latin typeface="Arial"/>
                <a:ea typeface="Arial"/>
                <a:cs typeface="Arial"/>
              </a:defRPr>
            </a:lvl2pPr>
            <a:lvl3pPr>
              <a:defRPr sz="3450" b="1">
                <a:solidFill>
                  <a:srgbClr val="FFFFFF"/>
                </a:solidFill>
                <a:latin typeface="Arial"/>
                <a:ea typeface="Arial"/>
                <a:cs typeface="Arial"/>
              </a:defRPr>
            </a:lvl3pPr>
            <a:lvl4pPr>
              <a:defRPr sz="3450" b="1">
                <a:solidFill>
                  <a:srgbClr val="FFFFFF"/>
                </a:solidFill>
                <a:latin typeface="Arial"/>
                <a:ea typeface="Arial"/>
                <a:cs typeface="Arial"/>
              </a:defRPr>
            </a:lvl4pPr>
            <a:lvl5pPr>
              <a:defRPr sz="3450" b="1">
                <a:solidFill>
                  <a:srgbClr val="FFFFFF"/>
                </a:solidFill>
                <a:latin typeface="Arial"/>
                <a:ea typeface="Arial"/>
                <a:cs typeface="Arial"/>
              </a:defRPr>
            </a:lvl5pPr>
            <a:lvl6pPr>
              <a:defRPr sz="3450" b="1">
                <a:solidFill>
                  <a:srgbClr val="FFFFFF"/>
                </a:solidFill>
                <a:latin typeface="Arial"/>
                <a:ea typeface="Arial"/>
                <a:cs typeface="Arial"/>
              </a:defRPr>
            </a:lvl6pPr>
            <a:lvl7pPr>
              <a:defRPr sz="3450" b="1">
                <a:solidFill>
                  <a:srgbClr val="FFFFFF"/>
                </a:solidFill>
                <a:latin typeface="Arial"/>
                <a:ea typeface="Arial"/>
                <a:cs typeface="Arial"/>
              </a:defRPr>
            </a:lvl7pPr>
            <a:lvl8pPr>
              <a:defRPr sz="3450" b="1">
                <a:solidFill>
                  <a:srgbClr val="FFFFFF"/>
                </a:solidFill>
                <a:latin typeface="Arial"/>
                <a:ea typeface="Arial"/>
                <a:cs typeface="Arial"/>
              </a:defRPr>
            </a:lvl8pPr>
            <a:lvl9pPr>
              <a:defRPr sz="3450" b="1">
                <a:solidFill>
                  <a:srgbClr val="FFFFFF"/>
                </a:solidFill>
                <a:latin typeface="Arial"/>
                <a:ea typeface="Arial"/>
                <a:cs typeface="Arial"/>
              </a:defRPr>
            </a:lvl9pPr>
          </a:lstStyle>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7.4% to 7.2%</a:t>
            </a:r>
          </a:p>
        </p:txBody>
      </p:sp>
      <p:sp>
        <p:nvSpPr>
          <p:cNvPr id="11" name="">
            <a:extLst xmlns:a="http://schemas.openxmlformats.org/drawingml/2006/main">
              <a:ext uri="{FF2B5EF4-FFF2-40B4-BE49-F238E27FC236}">
                <a16:creationId xmlns:a16="http://schemas.microsoft.com/office/drawing/2014/main" id="{4A445611-B54C-4790-94E3-601FF4256AA1}"/>
              </a:ext>
            </a:extLst>
          </p:cNvPr>
          <p:cNvSpPr>
            <a:spLocks xmlns:a="http://schemas.openxmlformats.org/drawingml/2006/main" noGrp="1"/>
          </p:cNvSpPr>
          <p:nvPr/>
        </p:nvSpPr>
        <p:spPr>
          <a:xfrm xmlns:a="http://schemas.openxmlformats.org/drawingml/2006/main">
            <a:off x="7620000" y="30003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7AC4B6"/>
                </a:solidFill>
                <a:latin typeface="Arial"/>
                <a:ea typeface="Arial"/>
                <a:cs typeface="Arial"/>
              </a:defRPr>
            </a:defPPr>
            <a:lvl1pPr>
              <a:defRPr sz="2400" b="1">
                <a:solidFill>
                  <a:srgbClr val="7AC4B6"/>
                </a:solidFill>
                <a:latin typeface="Arial"/>
                <a:ea typeface="Arial"/>
                <a:cs typeface="Arial"/>
              </a:defRPr>
            </a:lvl1pPr>
            <a:lvl2pPr>
              <a:defRPr sz="2400" b="1">
                <a:solidFill>
                  <a:srgbClr val="7AC4B6"/>
                </a:solidFill>
                <a:latin typeface="Arial"/>
                <a:ea typeface="Arial"/>
                <a:cs typeface="Arial"/>
              </a:defRPr>
            </a:lvl2pPr>
            <a:lvl3pPr>
              <a:defRPr sz="2400" b="1">
                <a:solidFill>
                  <a:srgbClr val="7AC4B6"/>
                </a:solidFill>
                <a:latin typeface="Arial"/>
                <a:ea typeface="Arial"/>
                <a:cs typeface="Arial"/>
              </a:defRPr>
            </a:lvl3pPr>
            <a:lvl4pPr>
              <a:defRPr sz="2400" b="1">
                <a:solidFill>
                  <a:srgbClr val="7AC4B6"/>
                </a:solidFill>
                <a:latin typeface="Arial"/>
                <a:ea typeface="Arial"/>
                <a:cs typeface="Arial"/>
              </a:defRPr>
            </a:lvl4pPr>
            <a:lvl5pPr>
              <a:defRPr sz="2400" b="1">
                <a:solidFill>
                  <a:srgbClr val="7AC4B6"/>
                </a:solidFill>
                <a:latin typeface="Arial"/>
                <a:ea typeface="Arial"/>
                <a:cs typeface="Arial"/>
              </a:defRPr>
            </a:lvl5pPr>
            <a:lvl6pPr>
              <a:defRPr sz="2400" b="1">
                <a:solidFill>
                  <a:srgbClr val="7AC4B6"/>
                </a:solidFill>
                <a:latin typeface="Arial"/>
                <a:ea typeface="Arial"/>
                <a:cs typeface="Arial"/>
              </a:defRPr>
            </a:lvl6pPr>
            <a:lvl7pPr>
              <a:defRPr sz="2400" b="1">
                <a:solidFill>
                  <a:srgbClr val="7AC4B6"/>
                </a:solidFill>
                <a:latin typeface="Arial"/>
                <a:ea typeface="Arial"/>
                <a:cs typeface="Arial"/>
              </a:defRPr>
            </a:lvl7pPr>
            <a:lvl8pPr>
              <a:defRPr sz="2400" b="1">
                <a:solidFill>
                  <a:srgbClr val="7AC4B6"/>
                </a:solidFill>
                <a:latin typeface="Arial"/>
                <a:ea typeface="Arial"/>
                <a:cs typeface="Arial"/>
              </a:defRPr>
            </a:lvl8pPr>
            <a:lvl9pPr>
              <a:defRPr sz="2400" b="1">
                <a:solidFill>
                  <a:srgbClr val="7AC4B6"/>
                </a:solidFill>
                <a:latin typeface="Arial"/>
                <a:ea typeface="Arial"/>
                <a:cs typeface="Arial"/>
              </a:defRPr>
            </a:lvl9pPr>
          </a:lstStyle>
          <a:p xmlns:a="http://schemas.openxmlformats.org/drawingml/2006/main">
            <a:pPr>
              <a:defRPr sz="2400" b="1">
                <a:solidFill>
                  <a:srgbClr val="7AC4B6"/>
                </a:solidFill>
                <a:latin typeface="Arial"/>
                <a:ea typeface="Arial"/>
                <a:cs typeface="Arial"/>
              </a:defRPr>
            </a:pPr>
            <a:r>
              <a:rPr sz="2400" b="1">
                <a:solidFill>
                  <a:srgbClr val="7AC4B6"/>
                </a:solidFill>
                <a:latin typeface="Arial"/>
                <a:ea typeface="Arial"/>
                <a:cs typeface="Arial"/>
              </a:rPr>
              <a:t>−0.2 pp / −20 bps</a:t>
            </a:r>
          </a:p>
        </p:txBody>
      </p:sp>
      <p:sp>
        <p:nvSpPr>
          <p:cNvPr id="12" name="">
            <a:extLst xmlns:a="http://schemas.openxmlformats.org/drawingml/2006/main">
              <a:ext uri="{FF2B5EF4-FFF2-40B4-BE49-F238E27FC236}">
                <a16:creationId xmlns:a16="http://schemas.microsoft.com/office/drawing/2014/main" id="{9790F3D5-9A3E-4A54-BA10-70E0AF878778}"/>
              </a:ext>
            </a:extLst>
          </p:cNvPr>
          <p:cNvSpPr>
            <a:spLocks xmlns:a="http://schemas.openxmlformats.org/drawingml/2006/main" noGrp="1"/>
          </p:cNvSpPr>
          <p:nvPr/>
        </p:nvSpPr>
        <p:spPr>
          <a:xfrm xmlns:a="http://schemas.openxmlformats.org/drawingml/2006/main">
            <a:off x="7620000" y="3762375"/>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FFFFFF"/>
                </a:solidFill>
                <a:latin typeface="Arial"/>
                <a:ea typeface="Arial"/>
                <a:cs typeface="Arial"/>
              </a:defRPr>
            </a:defPPr>
            <a:lvl1pPr>
              <a:defRPr sz="1875" b="0">
                <a:solidFill>
                  <a:srgbClr val="FFFFFF"/>
                </a:solidFill>
                <a:latin typeface="Arial"/>
                <a:ea typeface="Arial"/>
                <a:cs typeface="Arial"/>
              </a:defRPr>
            </a:lvl1pPr>
            <a:lvl2pPr>
              <a:defRPr sz="1875" b="0">
                <a:solidFill>
                  <a:srgbClr val="FFFFFF"/>
                </a:solidFill>
                <a:latin typeface="Arial"/>
                <a:ea typeface="Arial"/>
                <a:cs typeface="Arial"/>
              </a:defRPr>
            </a:lvl2pPr>
            <a:lvl3pPr>
              <a:defRPr sz="1875" b="0">
                <a:solidFill>
                  <a:srgbClr val="FFFFFF"/>
                </a:solidFill>
                <a:latin typeface="Arial"/>
                <a:ea typeface="Arial"/>
                <a:cs typeface="Arial"/>
              </a:defRPr>
            </a:lvl3pPr>
            <a:lvl4pPr>
              <a:defRPr sz="1875" b="0">
                <a:solidFill>
                  <a:srgbClr val="FFFFFF"/>
                </a:solidFill>
                <a:latin typeface="Arial"/>
                <a:ea typeface="Arial"/>
                <a:cs typeface="Arial"/>
              </a:defRPr>
            </a:lvl4pPr>
            <a:lvl5pPr>
              <a:defRPr sz="1875" b="0">
                <a:solidFill>
                  <a:srgbClr val="FFFFFF"/>
                </a:solidFill>
                <a:latin typeface="Arial"/>
                <a:ea typeface="Arial"/>
                <a:cs typeface="Arial"/>
              </a:defRPr>
            </a:lvl5pPr>
            <a:lvl6pPr>
              <a:defRPr sz="1875" b="0">
                <a:solidFill>
                  <a:srgbClr val="FFFFFF"/>
                </a:solidFill>
                <a:latin typeface="Arial"/>
                <a:ea typeface="Arial"/>
                <a:cs typeface="Arial"/>
              </a:defRPr>
            </a:lvl6pPr>
            <a:lvl7pPr>
              <a:defRPr sz="1875" b="0">
                <a:solidFill>
                  <a:srgbClr val="FFFFFF"/>
                </a:solidFill>
                <a:latin typeface="Arial"/>
                <a:ea typeface="Arial"/>
                <a:cs typeface="Arial"/>
              </a:defRPr>
            </a:lvl7pPr>
            <a:lvl8pPr>
              <a:defRPr sz="1875" b="0">
                <a:solidFill>
                  <a:srgbClr val="FFFFFF"/>
                </a:solidFill>
                <a:latin typeface="Arial"/>
                <a:ea typeface="Arial"/>
                <a:cs typeface="Arial"/>
              </a:defRPr>
            </a:lvl8pPr>
            <a:lvl9pPr>
              <a:defRPr sz="1875" b="0">
                <a:solidFill>
                  <a:srgbClr val="FFFFFF"/>
                </a:solidFill>
                <a:latin typeface="Arial"/>
                <a:ea typeface="Arial"/>
                <a:cs typeface="Arial"/>
              </a:defRPr>
            </a:lvl9pPr>
          </a:lstStyle>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Central London vacancy</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Q1 and Q2 2026</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F01/S01 and F02/S02</a:t>
            </a:r>
          </a:p>
        </p:txBody>
      </p:sp>
      <p:sp>
        <p:nvSpPr>
          <p:cNvPr id="13" name="">
            <a:extLst xmlns:a="http://schemas.openxmlformats.org/drawingml/2006/main">
              <a:ext uri="{FF2B5EF4-FFF2-40B4-BE49-F238E27FC236}">
                <a16:creationId xmlns:a16="http://schemas.microsoft.com/office/drawing/2014/main" id="{3E3C3F1E-515E-40F1-86A2-7A81980B1241}"/>
              </a:ext>
            </a:extLst>
          </p:cNvPr>
          <p:cNvSpPr>
            <a:spLocks xmlns:a="http://schemas.openxmlformats.org/drawingml/2006/main" noGrp="1"/>
          </p:cNvSpPr>
          <p:nvPr/>
        </p:nvSpPr>
        <p:spPr>
          <a:xfrm xmlns:a="http://schemas.openxmlformats.org/drawingml/2006/main">
            <a:off x="7620000" y="5095875"/>
            <a:ext cx="400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B9CECF"/>
                </a:solidFill>
                <a:latin typeface="Arial"/>
                <a:ea typeface="Arial"/>
                <a:cs typeface="Arial"/>
              </a:defRPr>
            </a:defPPr>
            <a:lvl1pPr>
              <a:defRPr sz="1800" b="0">
                <a:solidFill>
                  <a:srgbClr val="B9CECF"/>
                </a:solidFill>
                <a:latin typeface="Arial"/>
                <a:ea typeface="Arial"/>
                <a:cs typeface="Arial"/>
              </a:defRPr>
            </a:lvl1pPr>
            <a:lvl2pPr>
              <a:defRPr sz="1800" b="0">
                <a:solidFill>
                  <a:srgbClr val="B9CECF"/>
                </a:solidFill>
                <a:latin typeface="Arial"/>
                <a:ea typeface="Arial"/>
                <a:cs typeface="Arial"/>
              </a:defRPr>
            </a:lvl2pPr>
            <a:lvl3pPr>
              <a:defRPr sz="1800" b="0">
                <a:solidFill>
                  <a:srgbClr val="B9CECF"/>
                </a:solidFill>
                <a:latin typeface="Arial"/>
                <a:ea typeface="Arial"/>
                <a:cs typeface="Arial"/>
              </a:defRPr>
            </a:lvl3pPr>
            <a:lvl4pPr>
              <a:defRPr sz="1800" b="0">
                <a:solidFill>
                  <a:srgbClr val="B9CECF"/>
                </a:solidFill>
                <a:latin typeface="Arial"/>
                <a:ea typeface="Arial"/>
                <a:cs typeface="Arial"/>
              </a:defRPr>
            </a:lvl4pPr>
            <a:lvl5pPr>
              <a:defRPr sz="1800" b="0">
                <a:solidFill>
                  <a:srgbClr val="B9CECF"/>
                </a:solidFill>
                <a:latin typeface="Arial"/>
                <a:ea typeface="Arial"/>
                <a:cs typeface="Arial"/>
              </a:defRPr>
            </a:lvl5pPr>
            <a:lvl6pPr>
              <a:defRPr sz="1800" b="0">
                <a:solidFill>
                  <a:srgbClr val="B9CECF"/>
                </a:solidFill>
                <a:latin typeface="Arial"/>
                <a:ea typeface="Arial"/>
                <a:cs typeface="Arial"/>
              </a:defRPr>
            </a:lvl6pPr>
            <a:lvl7pPr>
              <a:defRPr sz="1800" b="0">
                <a:solidFill>
                  <a:srgbClr val="B9CECF"/>
                </a:solidFill>
                <a:latin typeface="Arial"/>
                <a:ea typeface="Arial"/>
                <a:cs typeface="Arial"/>
              </a:defRPr>
            </a:lvl7pPr>
            <a:lvl8pPr>
              <a:defRPr sz="1800" b="0">
                <a:solidFill>
                  <a:srgbClr val="B9CECF"/>
                </a:solidFill>
                <a:latin typeface="Arial"/>
                <a:ea typeface="Arial"/>
                <a:cs typeface="Arial"/>
              </a:defRPr>
            </a:lvl8pPr>
            <a:lvl9pPr>
              <a:defRPr sz="1800" b="0">
                <a:solidFill>
                  <a:srgbClr val="B9CECF"/>
                </a:solidFill>
                <a:latin typeface="Arial"/>
                <a:ea typeface="Arial"/>
                <a:cs typeface="Arial"/>
              </a:defRPr>
            </a:lvl9pPr>
          </a:lstStyle>
          <a:p xmlns:a="http://schemas.openxmlformats.org/drawingml/2006/main">
            <a:pPr>
              <a:defRPr sz="1800" b="0">
                <a:solidFill>
                  <a:srgbClr val="B9CECF"/>
                </a:solidFill>
                <a:latin typeface="Arial"/>
                <a:ea typeface="Arial"/>
                <a:cs typeface="Arial"/>
              </a:defRPr>
            </a:pPr>
            <a:r>
              <a:rPr sz="1800" b="0">
                <a:solidFill>
                  <a:srgbClr val="B9CECF"/>
                </a:solidFill>
                <a:latin typeface="Arial"/>
                <a:ea typeface="Arial"/>
                <a:cs typeface="Arial"/>
              </a:rPr>
              <a:t>Q3 is missing in this fixture.</a:t>
            </a:r>
          </a:p>
          <a:p xmlns:a="http://schemas.openxmlformats.org/drawingml/2006/main">
            <a:pPr>
              <a:defRPr sz="1800" b="0">
                <a:solidFill>
                  <a:srgbClr val="B9CECF"/>
                </a:solidFill>
                <a:latin typeface="Arial"/>
                <a:ea typeface="Arial"/>
                <a:cs typeface="Arial"/>
              </a:defRPr>
            </a:pPr>
            <a:r>
              <a:rPr sz="1800" b="0">
                <a:solidFill>
                  <a:srgbClr val="B9CECF"/>
                </a:solidFill>
                <a:latin typeface="Arial"/>
                <a:ea typeface="Arial"/>
                <a:cs typeface="Arial"/>
              </a:rPr>
              <a:t>A Q2–Q3 change is unsupported.</a:t>
            </a:r>
          </a:p>
        </p:txBody>
      </p:sp>
    </p:spTree>
    <p:extLst>
      <p:ext uri="{BB962C8B-B14F-4D97-AF65-F5344CB8AC3E}">
        <p14:creationId xmlns:p14="http://schemas.microsoft.com/office/powerpoint/2010/main" val="1619009629"/>
      </p:ext>
    </p:extLst>
  </p:cSld>
</p:sld>
</file>

<file path=ppt/slides/slide5.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BA78F27-3BD7-4059-A3D5-91592D048AC2}"/>
              </a:ext>
            </a:extLst>
          </p:cNvPr>
          <p:cNvSpPr>
            <a:spLocks xmlns:a="http://schemas.openxmlformats.org/drawingml/2006/main" noGrp="1"/>
          </p:cNvSpPr>
          <p:nvPr/>
        </p:nvSpPr>
        <p:spPr>
          <a:xfrm xmlns:a="http://schemas.openxmlformats.org/drawingml/2006/main">
            <a:off x="666750" y="457200"/>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13D"/>
                </a:solidFill>
                <a:latin typeface="Arial"/>
                <a:ea typeface="Arial"/>
                <a:cs typeface="Arial"/>
              </a:defRPr>
            </a:defPPr>
            <a:lvl1pPr>
              <a:defRPr sz="3300" b="1">
                <a:solidFill>
                  <a:srgbClr val="17313D"/>
                </a:solidFill>
                <a:latin typeface="Arial"/>
                <a:ea typeface="Arial"/>
                <a:cs typeface="Arial"/>
              </a:defRPr>
            </a:lvl1pPr>
            <a:lvl2pPr>
              <a:defRPr sz="3300" b="1">
                <a:solidFill>
                  <a:srgbClr val="17313D"/>
                </a:solidFill>
                <a:latin typeface="Arial"/>
                <a:ea typeface="Arial"/>
                <a:cs typeface="Arial"/>
              </a:defRPr>
            </a:lvl2pPr>
            <a:lvl3pPr>
              <a:defRPr sz="3300" b="1">
                <a:solidFill>
                  <a:srgbClr val="17313D"/>
                </a:solidFill>
                <a:latin typeface="Arial"/>
                <a:ea typeface="Arial"/>
                <a:cs typeface="Arial"/>
              </a:defRPr>
            </a:lvl3pPr>
            <a:lvl4pPr>
              <a:defRPr sz="3300" b="1">
                <a:solidFill>
                  <a:srgbClr val="17313D"/>
                </a:solidFill>
                <a:latin typeface="Arial"/>
                <a:ea typeface="Arial"/>
                <a:cs typeface="Arial"/>
              </a:defRPr>
            </a:lvl4pPr>
            <a:lvl5pPr>
              <a:defRPr sz="3300" b="1">
                <a:solidFill>
                  <a:srgbClr val="17313D"/>
                </a:solidFill>
                <a:latin typeface="Arial"/>
                <a:ea typeface="Arial"/>
                <a:cs typeface="Arial"/>
              </a:defRPr>
            </a:lvl5pPr>
            <a:lvl6pPr>
              <a:defRPr sz="3300" b="1">
                <a:solidFill>
                  <a:srgbClr val="17313D"/>
                </a:solidFill>
                <a:latin typeface="Arial"/>
                <a:ea typeface="Arial"/>
                <a:cs typeface="Arial"/>
              </a:defRPr>
            </a:lvl6pPr>
            <a:lvl7pPr>
              <a:defRPr sz="3300" b="1">
                <a:solidFill>
                  <a:srgbClr val="17313D"/>
                </a:solidFill>
                <a:latin typeface="Arial"/>
                <a:ea typeface="Arial"/>
                <a:cs typeface="Arial"/>
              </a:defRPr>
            </a:lvl7pPr>
            <a:lvl8pPr>
              <a:defRPr sz="3300" b="1">
                <a:solidFill>
                  <a:srgbClr val="17313D"/>
                </a:solidFill>
                <a:latin typeface="Arial"/>
                <a:ea typeface="Arial"/>
                <a:cs typeface="Arial"/>
              </a:defRPr>
            </a:lvl8pPr>
            <a:lvl9pPr>
              <a:defRPr sz="3300" b="1">
                <a:solidFill>
                  <a:srgbClr val="17313D"/>
                </a:solidFill>
                <a:latin typeface="Arial"/>
                <a:ea typeface="Arial"/>
                <a:cs typeface="Arial"/>
              </a:defRPr>
            </a:lvl9pPr>
          </a:lstStyle>
          <a:p xmlns:a="http://schemas.openxmlformats.org/drawingml/2006/main">
            <a:pPr>
              <a:defRPr sz="3300" b="1">
                <a:solidFill>
                  <a:srgbClr val="17313D"/>
                </a:solidFill>
                <a:latin typeface="Arial"/>
                <a:ea typeface="Arial"/>
                <a:cs typeface="Arial"/>
              </a:defRPr>
            </a:pPr>
            <a:r>
              <a:rPr sz="3300" b="1">
                <a:solidFill>
                  <a:srgbClr val="17313D"/>
                </a:solidFill>
                <a:latin typeface="Arial"/>
                <a:ea typeface="Arial"/>
                <a:cs typeface="Arial"/>
              </a:rPr>
              <a:t>Reproduction and verification</a:t>
            </a:r>
          </a:p>
        </p:txBody>
      </p:sp>
      <p:sp>
        <p:nvSpPr>
          <p:cNvPr id="2" name="">
            <a:extLst xmlns:a="http://schemas.openxmlformats.org/drawingml/2006/main">
              <a:ext uri="{FF2B5EF4-FFF2-40B4-BE49-F238E27FC236}">
                <a16:creationId xmlns:a16="http://schemas.microsoft.com/office/drawing/2014/main" id="{61AB69BF-3F17-46CF-AD38-EF43424B0549}"/>
              </a:ext>
            </a:extLst>
          </p:cNvPr>
          <p:cNvSpPr>
            <a:spLocks xmlns:a="http://schemas.openxmlformats.org/drawingml/2006/main" noGrp="1"/>
          </p:cNvSpPr>
          <p:nvPr/>
        </p:nvSpPr>
        <p:spPr>
          <a:xfrm xmlns:a="http://schemas.openxmlformats.org/drawingml/2006/main">
            <a:off x="666750" y="6334125"/>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771"/>
                </a:solidFill>
                <a:latin typeface="Arial"/>
                <a:ea typeface="Arial"/>
                <a:cs typeface="Arial"/>
              </a:defRPr>
            </a:defPPr>
            <a:lvl1pPr>
              <a:defRPr sz="1275" b="0">
                <a:solidFill>
                  <a:srgbClr val="526771"/>
                </a:solidFill>
                <a:latin typeface="Arial"/>
                <a:ea typeface="Arial"/>
                <a:cs typeface="Arial"/>
              </a:defRPr>
            </a:lvl1pPr>
            <a:lvl2pPr>
              <a:defRPr sz="1275" b="0">
                <a:solidFill>
                  <a:srgbClr val="526771"/>
                </a:solidFill>
                <a:latin typeface="Arial"/>
                <a:ea typeface="Arial"/>
                <a:cs typeface="Arial"/>
              </a:defRPr>
            </a:lvl2pPr>
            <a:lvl3pPr>
              <a:defRPr sz="1275" b="0">
                <a:solidFill>
                  <a:srgbClr val="526771"/>
                </a:solidFill>
                <a:latin typeface="Arial"/>
                <a:ea typeface="Arial"/>
                <a:cs typeface="Arial"/>
              </a:defRPr>
            </a:lvl3pPr>
            <a:lvl4pPr>
              <a:defRPr sz="1275" b="0">
                <a:solidFill>
                  <a:srgbClr val="526771"/>
                </a:solidFill>
                <a:latin typeface="Arial"/>
                <a:ea typeface="Arial"/>
                <a:cs typeface="Arial"/>
              </a:defRPr>
            </a:lvl4pPr>
            <a:lvl5pPr>
              <a:defRPr sz="1275" b="0">
                <a:solidFill>
                  <a:srgbClr val="526771"/>
                </a:solidFill>
                <a:latin typeface="Arial"/>
                <a:ea typeface="Arial"/>
                <a:cs typeface="Arial"/>
              </a:defRPr>
            </a:lvl5pPr>
            <a:lvl6pPr>
              <a:defRPr sz="1275" b="0">
                <a:solidFill>
                  <a:srgbClr val="526771"/>
                </a:solidFill>
                <a:latin typeface="Arial"/>
                <a:ea typeface="Arial"/>
                <a:cs typeface="Arial"/>
              </a:defRPr>
            </a:lvl6pPr>
            <a:lvl7pPr>
              <a:defRPr sz="1275" b="0">
                <a:solidFill>
                  <a:srgbClr val="526771"/>
                </a:solidFill>
                <a:latin typeface="Arial"/>
                <a:ea typeface="Arial"/>
                <a:cs typeface="Arial"/>
              </a:defRPr>
            </a:lvl7pPr>
            <a:lvl8pPr>
              <a:defRPr sz="1275" b="0">
                <a:solidFill>
                  <a:srgbClr val="526771"/>
                </a:solidFill>
                <a:latin typeface="Arial"/>
                <a:ea typeface="Arial"/>
                <a:cs typeface="Arial"/>
              </a:defRPr>
            </a:lvl8pPr>
            <a:lvl9pPr>
              <a:defRPr sz="1275" b="0">
                <a:solidFill>
                  <a:srgbClr val="526771"/>
                </a:solidFill>
                <a:latin typeface="Arial"/>
                <a:ea typeface="Arial"/>
                <a:cs typeface="Arial"/>
              </a:defRPr>
            </a:lvl9pPr>
          </a:lstStyle>
          <a:p xmlns:a="http://schemas.openxmlformats.org/drawingml/2006/main">
            <a:pPr>
              <a:defRPr sz="1275" b="0">
                <a:solidFill>
                  <a:srgbClr val="526771"/>
                </a:solidFill>
                <a:latin typeface="Arial"/>
                <a:ea typeface="Arial"/>
                <a:cs typeface="Arial"/>
              </a:defRPr>
            </a:pPr>
            <a:r>
              <a:rPr sz="1275" b="0">
                <a:solidFill>
                  <a:srgbClr val="526771"/>
                </a:solidFill>
                <a:latin typeface="Arial"/>
                <a:ea typeface="Arial"/>
                <a:cs typeface="Arial"/>
              </a:rPr>
              <a:t>London Office Monitoring   /   Engineering delivery</a:t>
            </a:r>
          </a:p>
        </p:txBody>
      </p:sp>
      <p:sp>
        <p:nvSpPr>
          <p:cNvPr id="3" name="">
            <a:extLst xmlns:a="http://schemas.openxmlformats.org/drawingml/2006/main">
              <a:ext uri="{FF2B5EF4-FFF2-40B4-BE49-F238E27FC236}">
                <a16:creationId xmlns:a16="http://schemas.microsoft.com/office/drawing/2014/main" id="{61960BCA-9A3E-4C94-96E6-1ED042DCBF91}"/>
              </a:ext>
            </a:extLst>
          </p:cNvPr>
          <p:cNvSpPr>
            <a:spLocks xmlns:a="http://schemas.openxmlformats.org/drawingml/2006/main" noGrp="1"/>
          </p:cNvSpPr>
          <p:nvPr/>
        </p:nvSpPr>
        <p:spPr>
          <a:xfrm xmlns:a="http://schemas.openxmlformats.org/drawingml/2006/main">
            <a:off x="11049000" y="6334125"/>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26771"/>
                </a:solidFill>
                <a:latin typeface="Arial"/>
                <a:ea typeface="Arial"/>
                <a:cs typeface="Arial"/>
              </a:defRPr>
            </a:defPPr>
            <a:lvl1pPr>
              <a:defRPr sz="1275" b="0">
                <a:solidFill>
                  <a:srgbClr val="526771"/>
                </a:solidFill>
                <a:latin typeface="Arial"/>
                <a:ea typeface="Arial"/>
                <a:cs typeface="Arial"/>
              </a:defRPr>
            </a:lvl1pPr>
            <a:lvl2pPr>
              <a:defRPr sz="1275" b="0">
                <a:solidFill>
                  <a:srgbClr val="526771"/>
                </a:solidFill>
                <a:latin typeface="Arial"/>
                <a:ea typeface="Arial"/>
                <a:cs typeface="Arial"/>
              </a:defRPr>
            </a:lvl2pPr>
            <a:lvl3pPr>
              <a:defRPr sz="1275" b="0">
                <a:solidFill>
                  <a:srgbClr val="526771"/>
                </a:solidFill>
                <a:latin typeface="Arial"/>
                <a:ea typeface="Arial"/>
                <a:cs typeface="Arial"/>
              </a:defRPr>
            </a:lvl3pPr>
            <a:lvl4pPr>
              <a:defRPr sz="1275" b="0">
                <a:solidFill>
                  <a:srgbClr val="526771"/>
                </a:solidFill>
                <a:latin typeface="Arial"/>
                <a:ea typeface="Arial"/>
                <a:cs typeface="Arial"/>
              </a:defRPr>
            </a:lvl4pPr>
            <a:lvl5pPr>
              <a:defRPr sz="1275" b="0">
                <a:solidFill>
                  <a:srgbClr val="526771"/>
                </a:solidFill>
                <a:latin typeface="Arial"/>
                <a:ea typeface="Arial"/>
                <a:cs typeface="Arial"/>
              </a:defRPr>
            </a:lvl5pPr>
            <a:lvl6pPr>
              <a:defRPr sz="1275" b="0">
                <a:solidFill>
                  <a:srgbClr val="526771"/>
                </a:solidFill>
                <a:latin typeface="Arial"/>
                <a:ea typeface="Arial"/>
                <a:cs typeface="Arial"/>
              </a:defRPr>
            </a:lvl6pPr>
            <a:lvl7pPr>
              <a:defRPr sz="1275" b="0">
                <a:solidFill>
                  <a:srgbClr val="526771"/>
                </a:solidFill>
                <a:latin typeface="Arial"/>
                <a:ea typeface="Arial"/>
                <a:cs typeface="Arial"/>
              </a:defRPr>
            </a:lvl7pPr>
            <a:lvl8pPr>
              <a:defRPr sz="1275" b="0">
                <a:solidFill>
                  <a:srgbClr val="526771"/>
                </a:solidFill>
                <a:latin typeface="Arial"/>
                <a:ea typeface="Arial"/>
                <a:cs typeface="Arial"/>
              </a:defRPr>
            </a:lvl8pPr>
            <a:lvl9pPr>
              <a:defRPr sz="1275" b="0">
                <a:solidFill>
                  <a:srgbClr val="526771"/>
                </a:solidFill>
                <a:latin typeface="Arial"/>
                <a:ea typeface="Arial"/>
                <a:cs typeface="Arial"/>
              </a:defRPr>
            </a:lvl9pPr>
          </a:lstStyle>
          <a:p xmlns:a="http://schemas.openxmlformats.org/drawingml/2006/main">
            <a:pPr>
              <a:defRPr sz="1275" b="0">
                <a:solidFill>
                  <a:srgbClr val="526771"/>
                </a:solidFill>
                <a:latin typeface="Arial"/>
                <a:ea typeface="Arial"/>
                <a:cs typeface="Arial"/>
              </a:defRPr>
            </a:pPr>
            <a:r>
              <a:rPr sz="1275" b="0">
                <a:solidFill>
                  <a:srgbClr val="526771"/>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36E08AED-1AAC-45C9-B767-7C2C35C788E5}"/>
              </a:ext>
            </a:extLst>
          </p:cNvPr>
          <p:cNvSpPr>
            <a:spLocks xmlns:a="http://schemas.openxmlformats.org/drawingml/2006/main" noGrp="1"/>
          </p:cNvSpPr>
          <p:nvPr/>
        </p:nvSpPr>
        <p:spPr>
          <a:xfrm xmlns:a="http://schemas.openxmlformats.org/drawingml/2006/main">
            <a:off x="666750" y="1524000"/>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7313D"/>
                </a:solidFill>
                <a:latin typeface="Arial"/>
                <a:ea typeface="Arial"/>
                <a:cs typeface="Arial"/>
              </a:defRPr>
            </a:defPPr>
            <a:lvl1pPr>
              <a:defRPr sz="2325" b="1">
                <a:solidFill>
                  <a:srgbClr val="17313D"/>
                </a:solidFill>
                <a:latin typeface="Arial"/>
                <a:ea typeface="Arial"/>
                <a:cs typeface="Arial"/>
              </a:defRPr>
            </a:lvl1pPr>
            <a:lvl2pPr>
              <a:defRPr sz="2325" b="1">
                <a:solidFill>
                  <a:srgbClr val="17313D"/>
                </a:solidFill>
                <a:latin typeface="Arial"/>
                <a:ea typeface="Arial"/>
                <a:cs typeface="Arial"/>
              </a:defRPr>
            </a:lvl2pPr>
            <a:lvl3pPr>
              <a:defRPr sz="2325" b="1">
                <a:solidFill>
                  <a:srgbClr val="17313D"/>
                </a:solidFill>
                <a:latin typeface="Arial"/>
                <a:ea typeface="Arial"/>
                <a:cs typeface="Arial"/>
              </a:defRPr>
            </a:lvl3pPr>
            <a:lvl4pPr>
              <a:defRPr sz="2325" b="1">
                <a:solidFill>
                  <a:srgbClr val="17313D"/>
                </a:solidFill>
                <a:latin typeface="Arial"/>
                <a:ea typeface="Arial"/>
                <a:cs typeface="Arial"/>
              </a:defRPr>
            </a:lvl4pPr>
            <a:lvl5pPr>
              <a:defRPr sz="2325" b="1">
                <a:solidFill>
                  <a:srgbClr val="17313D"/>
                </a:solidFill>
                <a:latin typeface="Arial"/>
                <a:ea typeface="Arial"/>
                <a:cs typeface="Arial"/>
              </a:defRPr>
            </a:lvl5pPr>
            <a:lvl6pPr>
              <a:defRPr sz="2325" b="1">
                <a:solidFill>
                  <a:srgbClr val="17313D"/>
                </a:solidFill>
                <a:latin typeface="Arial"/>
                <a:ea typeface="Arial"/>
                <a:cs typeface="Arial"/>
              </a:defRPr>
            </a:lvl6pPr>
            <a:lvl7pPr>
              <a:defRPr sz="2325" b="1">
                <a:solidFill>
                  <a:srgbClr val="17313D"/>
                </a:solidFill>
                <a:latin typeface="Arial"/>
                <a:ea typeface="Arial"/>
                <a:cs typeface="Arial"/>
              </a:defRPr>
            </a:lvl7pPr>
            <a:lvl8pPr>
              <a:defRPr sz="2325" b="1">
                <a:solidFill>
                  <a:srgbClr val="17313D"/>
                </a:solidFill>
                <a:latin typeface="Arial"/>
                <a:ea typeface="Arial"/>
                <a:cs typeface="Arial"/>
              </a:defRPr>
            </a:lvl8pPr>
            <a:lvl9pPr>
              <a:defRPr sz="2325" b="1">
                <a:solidFill>
                  <a:srgbClr val="17313D"/>
                </a:solidFill>
                <a:latin typeface="Arial"/>
                <a:ea typeface="Arial"/>
                <a:cs typeface="Arial"/>
              </a:defRPr>
            </a:lvl9pPr>
          </a:lstStyle>
          <a:p xmlns:a="http://schemas.openxmlformats.org/drawingml/2006/main">
            <a:pPr>
              <a:defRPr sz="2325" b="1">
                <a:solidFill>
                  <a:srgbClr val="17313D"/>
                </a:solidFill>
                <a:latin typeface="Arial"/>
                <a:ea typeface="Arial"/>
                <a:cs typeface="Arial"/>
              </a:defRPr>
            </a:pPr>
            <a:r>
              <a:rPr sz="2325" b="1">
                <a:solidFill>
                  <a:srgbClr val="17313D"/>
                </a:solidFill>
                <a:latin typeface="Arial"/>
                <a:ea typeface="Arial"/>
                <a:cs typeface="Arial"/>
              </a:rPr>
              <a:t>A new checkout can run the core checks</a:t>
            </a:r>
          </a:p>
        </p:txBody>
      </p:sp>
      <p:sp>
        <p:nvSpPr>
          <p:cNvPr id="5" name="">
            <a:extLst xmlns:a="http://schemas.openxmlformats.org/drawingml/2006/main">
              <a:ext uri="{FF2B5EF4-FFF2-40B4-BE49-F238E27FC236}">
                <a16:creationId xmlns:a16="http://schemas.microsoft.com/office/drawing/2014/main" id="{09BE0BAE-92CE-44AE-930C-1B4AA1428D35}"/>
              </a:ext>
            </a:extLst>
          </p:cNvPr>
          <p:cNvSpPr>
            <a:spLocks xmlns:a="http://schemas.openxmlformats.org/drawingml/2006/main" noGrp="1"/>
          </p:cNvSpPr>
          <p:nvPr/>
        </p:nvSpPr>
        <p:spPr>
          <a:xfrm xmlns:a="http://schemas.openxmlformats.org/drawingml/2006/main">
            <a:off x="666750" y="2095500"/>
            <a:ext cx="657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771"/>
                </a:solidFill>
                <a:latin typeface="Arial"/>
                <a:ea typeface="Arial"/>
                <a:cs typeface="Arial"/>
              </a:defRPr>
            </a:defPPr>
            <a:lvl1pPr>
              <a:defRPr sz="1800" b="0">
                <a:solidFill>
                  <a:srgbClr val="526771"/>
                </a:solidFill>
                <a:latin typeface="Arial"/>
                <a:ea typeface="Arial"/>
                <a:cs typeface="Arial"/>
              </a:defRPr>
            </a:lvl1pPr>
            <a:lvl2pPr>
              <a:defRPr sz="1800" b="0">
                <a:solidFill>
                  <a:srgbClr val="526771"/>
                </a:solidFill>
                <a:latin typeface="Arial"/>
                <a:ea typeface="Arial"/>
                <a:cs typeface="Arial"/>
              </a:defRPr>
            </a:lvl2pPr>
            <a:lvl3pPr>
              <a:defRPr sz="1800" b="0">
                <a:solidFill>
                  <a:srgbClr val="526771"/>
                </a:solidFill>
                <a:latin typeface="Arial"/>
                <a:ea typeface="Arial"/>
                <a:cs typeface="Arial"/>
              </a:defRPr>
            </a:lvl3pPr>
            <a:lvl4pPr>
              <a:defRPr sz="1800" b="0">
                <a:solidFill>
                  <a:srgbClr val="526771"/>
                </a:solidFill>
                <a:latin typeface="Arial"/>
                <a:ea typeface="Arial"/>
                <a:cs typeface="Arial"/>
              </a:defRPr>
            </a:lvl4pPr>
            <a:lvl5pPr>
              <a:defRPr sz="1800" b="0">
                <a:solidFill>
                  <a:srgbClr val="526771"/>
                </a:solidFill>
                <a:latin typeface="Arial"/>
                <a:ea typeface="Arial"/>
                <a:cs typeface="Arial"/>
              </a:defRPr>
            </a:lvl5pPr>
            <a:lvl6pPr>
              <a:defRPr sz="1800" b="0">
                <a:solidFill>
                  <a:srgbClr val="526771"/>
                </a:solidFill>
                <a:latin typeface="Arial"/>
                <a:ea typeface="Arial"/>
                <a:cs typeface="Arial"/>
              </a:defRPr>
            </a:lvl6pPr>
            <a:lvl7pPr>
              <a:defRPr sz="1800" b="0">
                <a:solidFill>
                  <a:srgbClr val="526771"/>
                </a:solidFill>
                <a:latin typeface="Arial"/>
                <a:ea typeface="Arial"/>
                <a:cs typeface="Arial"/>
              </a:defRPr>
            </a:lvl7pPr>
            <a:lvl8pPr>
              <a:defRPr sz="1800" b="0">
                <a:solidFill>
                  <a:srgbClr val="526771"/>
                </a:solidFill>
                <a:latin typeface="Arial"/>
                <a:ea typeface="Arial"/>
                <a:cs typeface="Arial"/>
              </a:defRPr>
            </a:lvl8pPr>
            <a:lvl9pPr>
              <a:defRPr sz="1800" b="0">
                <a:solidFill>
                  <a:srgbClr val="526771"/>
                </a:solidFill>
                <a:latin typeface="Arial"/>
                <a:ea typeface="Arial"/>
                <a:cs typeface="Arial"/>
              </a:defRPr>
            </a:lvl9pPr>
          </a:lstStyle>
          <a:p xmlns:a="http://schemas.openxmlformats.org/drawingml/2006/main">
            <a:pPr>
              <a:defRPr sz="1800" b="0">
                <a:solidFill>
                  <a:srgbClr val="526771"/>
                </a:solidFill>
                <a:latin typeface="Arial"/>
                <a:ea typeface="Arial"/>
                <a:cs typeface="Arial"/>
              </a:defRPr>
            </a:pPr>
            <a:r>
              <a:rPr sz="1800" b="0">
                <a:solidFill>
                  <a:srgbClr val="526771"/>
                </a:solidFill>
                <a:latin typeface="Arial"/>
                <a:ea typeface="Arial"/>
                <a:cs typeface="Arial"/>
              </a:rPr>
              <a:t>After provider setup in the installation guide:</a:t>
            </a:r>
          </a:p>
        </p:txBody>
      </p:sp>
      <p:sp>
        <p:nvSpPr>
          <p:cNvPr id="6" name="">
            <a:extLst xmlns:a="http://schemas.openxmlformats.org/drawingml/2006/main">
              <a:ext uri="{FF2B5EF4-FFF2-40B4-BE49-F238E27FC236}">
                <a16:creationId xmlns:a16="http://schemas.microsoft.com/office/drawing/2014/main" id="{4D1A8C5A-77DD-4CF7-9872-6AF6696307F4}"/>
              </a:ext>
            </a:extLst>
          </p:cNvPr>
          <p:cNvSpPr>
            <a:spLocks xmlns:a="http://schemas.openxmlformats.org/drawingml/2006/main" noGrp="1"/>
          </p:cNvSpPr>
          <p:nvPr/>
        </p:nvSpPr>
        <p:spPr>
          <a:xfrm xmlns:a="http://schemas.openxmlformats.org/drawingml/2006/main">
            <a:off x="666750" y="2619375"/>
            <a:ext cx="676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7313D"/>
                </a:solidFill>
                <a:latin typeface="Arial"/>
                <a:ea typeface="Arial"/>
                <a:cs typeface="Arial"/>
              </a:defRPr>
            </a:defPPr>
            <a:lvl1pPr>
              <a:defRPr sz="1800" b="0">
                <a:solidFill>
                  <a:srgbClr val="17313D"/>
                </a:solidFill>
                <a:latin typeface="Arial"/>
                <a:ea typeface="Arial"/>
                <a:cs typeface="Arial"/>
              </a:defRPr>
            </a:lvl1pPr>
            <a:lvl2pPr>
              <a:defRPr sz="1800" b="0">
                <a:solidFill>
                  <a:srgbClr val="17313D"/>
                </a:solidFill>
                <a:latin typeface="Arial"/>
                <a:ea typeface="Arial"/>
                <a:cs typeface="Arial"/>
              </a:defRPr>
            </a:lvl2pPr>
            <a:lvl3pPr>
              <a:defRPr sz="1800" b="0">
                <a:solidFill>
                  <a:srgbClr val="17313D"/>
                </a:solidFill>
                <a:latin typeface="Arial"/>
                <a:ea typeface="Arial"/>
                <a:cs typeface="Arial"/>
              </a:defRPr>
            </a:lvl3pPr>
            <a:lvl4pPr>
              <a:defRPr sz="1800" b="0">
                <a:solidFill>
                  <a:srgbClr val="17313D"/>
                </a:solidFill>
                <a:latin typeface="Arial"/>
                <a:ea typeface="Arial"/>
                <a:cs typeface="Arial"/>
              </a:defRPr>
            </a:lvl4pPr>
            <a:lvl5pPr>
              <a:defRPr sz="1800" b="0">
                <a:solidFill>
                  <a:srgbClr val="17313D"/>
                </a:solidFill>
                <a:latin typeface="Arial"/>
                <a:ea typeface="Arial"/>
                <a:cs typeface="Arial"/>
              </a:defRPr>
            </a:lvl5pPr>
            <a:lvl6pPr>
              <a:defRPr sz="1800" b="0">
                <a:solidFill>
                  <a:srgbClr val="17313D"/>
                </a:solidFill>
                <a:latin typeface="Arial"/>
                <a:ea typeface="Arial"/>
                <a:cs typeface="Arial"/>
              </a:defRPr>
            </a:lvl6pPr>
            <a:lvl7pPr>
              <a:defRPr sz="1800" b="0">
                <a:solidFill>
                  <a:srgbClr val="17313D"/>
                </a:solidFill>
                <a:latin typeface="Arial"/>
                <a:ea typeface="Arial"/>
                <a:cs typeface="Arial"/>
              </a:defRPr>
            </a:lvl7pPr>
            <a:lvl8pPr>
              <a:defRPr sz="1800" b="0">
                <a:solidFill>
                  <a:srgbClr val="17313D"/>
                </a:solidFill>
                <a:latin typeface="Arial"/>
                <a:ea typeface="Arial"/>
                <a:cs typeface="Arial"/>
              </a:defRPr>
            </a:lvl8pPr>
            <a:lvl9pPr>
              <a:defRPr sz="1800" b="0">
                <a:solidFill>
                  <a:srgbClr val="17313D"/>
                </a:solidFill>
                <a:latin typeface="Arial"/>
                <a:ea typeface="Arial"/>
                <a:cs typeface="Arial"/>
              </a:defRPr>
            </a:lvl9pPr>
          </a:lstStyle>
          <a:p xmlns:a="http://schemas.openxmlformats.org/drawingml/2006/main">
            <a:pPr>
              <a:defRPr sz="1800" b="0">
                <a:solidFill>
                  <a:srgbClr val="17313D"/>
                </a:solidFill>
                <a:latin typeface="Arial"/>
                <a:ea typeface="Arial"/>
                <a:cs typeface="Arial"/>
              </a:defRPr>
            </a:pPr>
            <a:r>
              <a:rPr sz="1800" b="0">
                <a:solidFill>
                  <a:srgbClr val="17313D"/>
                </a:solidFill>
                <a:latin typeface="Arial"/>
                <a:ea typeface="Arial"/>
                <a:cs typeface="Arial"/>
              </a:rPr>
              <a:t>python3 scripts/install.py --profile core</a:t>
            </a:r>
          </a:p>
          <a:p xmlns:a="http://schemas.openxmlformats.org/drawingml/2006/main">
            <a:pPr>
              <a:defRPr sz="1800" b="0">
                <a:solidFill>
                  <a:srgbClr val="17313D"/>
                </a:solidFill>
                <a:latin typeface="Arial"/>
                <a:ea typeface="Arial"/>
                <a:cs typeface="Arial"/>
              </a:defRPr>
            </a:pPr>
            <a:r>
              <a:rPr sz="1800" b="0">
                <a:solidFill>
                  <a:srgbClr val="17313D"/>
                </a:solidFill>
                <a:latin typeface="Arial"/>
                <a:ea typeface="Arial"/>
                <a:cs typeface="Arial"/>
              </a:rPr>
              <a:t>. .venv/bin/activate</a:t>
            </a:r>
          </a:p>
          <a:p xmlns:a="http://schemas.openxmlformats.org/drawingml/2006/main">
            <a:pPr>
              <a:defRPr sz="1800" b="0">
                <a:solidFill>
                  <a:srgbClr val="17313D"/>
                </a:solidFill>
                <a:latin typeface="Arial"/>
                <a:ea typeface="Arial"/>
                <a:cs typeface="Arial"/>
              </a:defRPr>
            </a:pPr>
            <a:r>
              <a:rPr sz="1800" b="0">
                <a:solidFill>
                  <a:srgbClr val="17313D"/>
                </a:solidFill>
                <a:latin typeface="Arial"/>
                <a:ea typeface="Arial"/>
                <a:cs typeface="Arial"/>
              </a:rPr>
              <a:t>python scripts/verify_python_cp6.py</a:t>
            </a:r>
          </a:p>
        </p:txBody>
      </p:sp>
      <p:sp>
        <p:nvSpPr>
          <p:cNvPr id="7" name="">
            <a:extLst xmlns:a="http://schemas.openxmlformats.org/drawingml/2006/main">
              <a:ext uri="{FF2B5EF4-FFF2-40B4-BE49-F238E27FC236}">
                <a16:creationId xmlns:a16="http://schemas.microsoft.com/office/drawing/2014/main" id="{70CDDDEC-C989-49C0-AA35-E32F8F63E1AA}"/>
              </a:ext>
            </a:extLst>
          </p:cNvPr>
          <p:cNvSpPr>
            <a:spLocks xmlns:a="http://schemas.openxmlformats.org/drawingml/2006/main" noGrp="1"/>
          </p:cNvSpPr>
          <p:nvPr/>
        </p:nvSpPr>
        <p:spPr>
          <a:xfrm xmlns:a="http://schemas.openxmlformats.org/drawingml/2006/main">
            <a:off x="666750" y="409575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7D77"/>
                </a:solidFill>
                <a:latin typeface="Arial"/>
                <a:ea typeface="Arial"/>
                <a:cs typeface="Arial"/>
              </a:defRPr>
            </a:defPPr>
            <a:lvl1pPr>
              <a:defRPr sz="2100" b="1">
                <a:solidFill>
                  <a:srgbClr val="177D77"/>
                </a:solidFill>
                <a:latin typeface="Arial"/>
                <a:ea typeface="Arial"/>
                <a:cs typeface="Arial"/>
              </a:defRPr>
            </a:lvl1pPr>
            <a:lvl2pPr>
              <a:defRPr sz="2100" b="1">
                <a:solidFill>
                  <a:srgbClr val="177D77"/>
                </a:solidFill>
                <a:latin typeface="Arial"/>
                <a:ea typeface="Arial"/>
                <a:cs typeface="Arial"/>
              </a:defRPr>
            </a:lvl2pPr>
            <a:lvl3pPr>
              <a:defRPr sz="2100" b="1">
                <a:solidFill>
                  <a:srgbClr val="177D77"/>
                </a:solidFill>
                <a:latin typeface="Arial"/>
                <a:ea typeface="Arial"/>
                <a:cs typeface="Arial"/>
              </a:defRPr>
            </a:lvl3pPr>
            <a:lvl4pPr>
              <a:defRPr sz="2100" b="1">
                <a:solidFill>
                  <a:srgbClr val="177D77"/>
                </a:solidFill>
                <a:latin typeface="Arial"/>
                <a:ea typeface="Arial"/>
                <a:cs typeface="Arial"/>
              </a:defRPr>
            </a:lvl4pPr>
            <a:lvl5pPr>
              <a:defRPr sz="2100" b="1">
                <a:solidFill>
                  <a:srgbClr val="177D77"/>
                </a:solidFill>
                <a:latin typeface="Arial"/>
                <a:ea typeface="Arial"/>
                <a:cs typeface="Arial"/>
              </a:defRPr>
            </a:lvl5pPr>
            <a:lvl6pPr>
              <a:defRPr sz="2100" b="1">
                <a:solidFill>
                  <a:srgbClr val="177D77"/>
                </a:solidFill>
                <a:latin typeface="Arial"/>
                <a:ea typeface="Arial"/>
                <a:cs typeface="Arial"/>
              </a:defRPr>
            </a:lvl6pPr>
            <a:lvl7pPr>
              <a:defRPr sz="2100" b="1">
                <a:solidFill>
                  <a:srgbClr val="177D77"/>
                </a:solidFill>
                <a:latin typeface="Arial"/>
                <a:ea typeface="Arial"/>
                <a:cs typeface="Arial"/>
              </a:defRPr>
            </a:lvl7pPr>
            <a:lvl8pPr>
              <a:defRPr sz="2100" b="1">
                <a:solidFill>
                  <a:srgbClr val="177D77"/>
                </a:solidFill>
                <a:latin typeface="Arial"/>
                <a:ea typeface="Arial"/>
                <a:cs typeface="Arial"/>
              </a:defRPr>
            </a:lvl8pPr>
            <a:lvl9pPr>
              <a:defRPr sz="2100" b="1">
                <a:solidFill>
                  <a:srgbClr val="177D77"/>
                </a:solidFill>
                <a:latin typeface="Arial"/>
                <a:ea typeface="Arial"/>
                <a:cs typeface="Arial"/>
              </a:defRPr>
            </a:lvl9pPr>
          </a:lstStyle>
          <a:p xmlns:a="http://schemas.openxmlformats.org/drawingml/2006/main">
            <a:pPr>
              <a:defRPr sz="2100" b="1">
                <a:solidFill>
                  <a:srgbClr val="177D77"/>
                </a:solidFill>
                <a:latin typeface="Arial"/>
                <a:ea typeface="Arial"/>
                <a:cs typeface="Arial"/>
              </a:defRPr>
            </a:pPr>
            <a:r>
              <a:rPr sz="2100" b="1">
                <a:solidFill>
                  <a:srgbClr val="177D77"/>
                </a:solidFill>
                <a:latin typeface="Arial"/>
                <a:ea typeface="Arial"/>
                <a:cs typeface="Arial"/>
              </a:rPr>
              <a:t>Optional Apple model profile</a:t>
            </a:r>
          </a:p>
        </p:txBody>
      </p:sp>
      <p:sp>
        <p:nvSpPr>
          <p:cNvPr id="8" name="">
            <a:extLst xmlns:a="http://schemas.openxmlformats.org/drawingml/2006/main">
              <a:ext uri="{FF2B5EF4-FFF2-40B4-BE49-F238E27FC236}">
                <a16:creationId xmlns:a16="http://schemas.microsoft.com/office/drawing/2014/main" id="{8D7E21E5-1564-4B87-8674-7AD9B9563946}"/>
              </a:ext>
            </a:extLst>
          </p:cNvPr>
          <p:cNvSpPr>
            <a:spLocks xmlns:a="http://schemas.openxmlformats.org/drawingml/2006/main" noGrp="1"/>
          </p:cNvSpPr>
          <p:nvPr/>
        </p:nvSpPr>
        <p:spPr>
          <a:xfrm xmlns:a="http://schemas.openxmlformats.org/drawingml/2006/main">
            <a:off x="666750" y="4667250"/>
            <a:ext cx="68103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17313D"/>
                </a:solidFill>
                <a:latin typeface="Arial"/>
                <a:ea typeface="Arial"/>
                <a:cs typeface="Arial"/>
              </a:defRPr>
            </a:defPPr>
            <a:lvl1pPr>
              <a:defRPr sz="1725" b="0">
                <a:solidFill>
                  <a:srgbClr val="17313D"/>
                </a:solidFill>
                <a:latin typeface="Arial"/>
                <a:ea typeface="Arial"/>
                <a:cs typeface="Arial"/>
              </a:defRPr>
            </a:lvl1pPr>
            <a:lvl2pPr>
              <a:defRPr sz="1725" b="0">
                <a:solidFill>
                  <a:srgbClr val="17313D"/>
                </a:solidFill>
                <a:latin typeface="Arial"/>
                <a:ea typeface="Arial"/>
                <a:cs typeface="Arial"/>
              </a:defRPr>
            </a:lvl2pPr>
            <a:lvl3pPr>
              <a:defRPr sz="1725" b="0">
                <a:solidFill>
                  <a:srgbClr val="17313D"/>
                </a:solidFill>
                <a:latin typeface="Arial"/>
                <a:ea typeface="Arial"/>
                <a:cs typeface="Arial"/>
              </a:defRPr>
            </a:lvl3pPr>
            <a:lvl4pPr>
              <a:defRPr sz="1725" b="0">
                <a:solidFill>
                  <a:srgbClr val="17313D"/>
                </a:solidFill>
                <a:latin typeface="Arial"/>
                <a:ea typeface="Arial"/>
                <a:cs typeface="Arial"/>
              </a:defRPr>
            </a:lvl4pPr>
            <a:lvl5pPr>
              <a:defRPr sz="1725" b="0">
                <a:solidFill>
                  <a:srgbClr val="17313D"/>
                </a:solidFill>
                <a:latin typeface="Arial"/>
                <a:ea typeface="Arial"/>
                <a:cs typeface="Arial"/>
              </a:defRPr>
            </a:lvl5pPr>
            <a:lvl6pPr>
              <a:defRPr sz="1725" b="0">
                <a:solidFill>
                  <a:srgbClr val="17313D"/>
                </a:solidFill>
                <a:latin typeface="Arial"/>
                <a:ea typeface="Arial"/>
                <a:cs typeface="Arial"/>
              </a:defRPr>
            </a:lvl6pPr>
            <a:lvl7pPr>
              <a:defRPr sz="1725" b="0">
                <a:solidFill>
                  <a:srgbClr val="17313D"/>
                </a:solidFill>
                <a:latin typeface="Arial"/>
                <a:ea typeface="Arial"/>
                <a:cs typeface="Arial"/>
              </a:defRPr>
            </a:lvl7pPr>
            <a:lvl8pPr>
              <a:defRPr sz="1725" b="0">
                <a:solidFill>
                  <a:srgbClr val="17313D"/>
                </a:solidFill>
                <a:latin typeface="Arial"/>
                <a:ea typeface="Arial"/>
                <a:cs typeface="Arial"/>
              </a:defRPr>
            </a:lvl8pPr>
            <a:lvl9pPr>
              <a:defRPr sz="1725" b="0">
                <a:solidFill>
                  <a:srgbClr val="17313D"/>
                </a:solidFill>
                <a:latin typeface="Arial"/>
                <a:ea typeface="Arial"/>
                <a:cs typeface="Arial"/>
              </a:defRPr>
            </a:lvl9pPr>
          </a:lstStyle>
          <a:p xmlns:a="http://schemas.openxmlformats.org/drawingml/2006/main">
            <a:pPr>
              <a:defRPr sz="1725" b="0">
                <a:solidFill>
                  <a:srgbClr val="17313D"/>
                </a:solidFill>
                <a:latin typeface="Arial"/>
                <a:ea typeface="Arial"/>
                <a:cs typeface="Arial"/>
              </a:defRPr>
            </a:pPr>
            <a:r>
              <a:rPr sz="1725" b="0">
                <a:solidFill>
                  <a:srgbClr val="17313D"/>
                </a:solidFill>
                <a:latin typeface="Arial"/>
                <a:ea typeface="Arial"/>
                <a:cs typeface="Arial"/>
              </a:rPr>
              <a:t>python scripts/install.py --profile apple</a:t>
            </a:r>
          </a:p>
          <a:p xmlns:a="http://schemas.openxmlformats.org/drawingml/2006/main">
            <a:pPr>
              <a:defRPr sz="1725" b="0">
                <a:solidFill>
                  <a:srgbClr val="17313D"/>
                </a:solidFill>
                <a:latin typeface="Arial"/>
                <a:ea typeface="Arial"/>
                <a:cs typeface="Arial"/>
              </a:defRPr>
            </a:pPr>
            <a:r>
              <a:rPr sz="1725" b="0">
                <a:solidFill>
                  <a:srgbClr val="17313D"/>
                </a:solidFill>
                <a:latin typeface="Arial"/>
                <a:ea typeface="Arial"/>
                <a:cs typeface="Arial"/>
              </a:rPr>
              <a:t>python apple_provider.py</a:t>
            </a:r>
          </a:p>
          <a:p xmlns:a="http://schemas.openxmlformats.org/drawingml/2006/main">
            <a:pPr>
              <a:defRPr sz="1725" b="0">
                <a:solidFill>
                  <a:srgbClr val="17313D"/>
                </a:solidFill>
                <a:latin typeface="Arial"/>
                <a:ea typeface="Arial"/>
                <a:cs typeface="Arial"/>
              </a:defRPr>
            </a:pPr>
            <a:r>
              <a:rPr sz="1725" b="0">
                <a:solidFill>
                  <a:srgbClr val="17313D"/>
                </a:solidFill>
                <a:latin typeface="Arial"/>
                <a:ea typeface="Arial"/>
                <a:cs typeface="Arial"/>
              </a:rPr>
              <a:t>python agent.py --provider apple --interactive</a:t>
            </a:r>
          </a:p>
        </p:txBody>
      </p:sp>
      <p:sp>
        <p:nvSpPr>
          <p:cNvPr id="9" name="">
            <a:extLst xmlns:a="http://schemas.openxmlformats.org/drawingml/2006/main">
              <a:ext uri="{FF2B5EF4-FFF2-40B4-BE49-F238E27FC236}">
                <a16:creationId xmlns:a16="http://schemas.microsoft.com/office/drawing/2014/main" id="{B5B12CCB-A4F5-4ADD-90E8-4950659742F5}"/>
              </a:ext>
            </a:extLst>
          </p:cNvPr>
          <p:cNvSpPr>
            <a:spLocks xmlns:a="http://schemas.openxmlformats.org/drawingml/2006/main" noGrp="1"/>
          </p:cNvSpPr>
          <p:nvPr/>
        </p:nvSpPr>
        <p:spPr>
          <a:xfrm xmlns:a="http://schemas.openxmlformats.org/drawingml/2006/main">
            <a:off x="7953375" y="1524000"/>
            <a:ext cx="361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313D"/>
                </a:solidFill>
                <a:latin typeface="Arial"/>
                <a:ea typeface="Arial"/>
                <a:cs typeface="Arial"/>
              </a:defRPr>
            </a:defPPr>
            <a:lvl1pPr>
              <a:defRPr sz="2175" b="1">
                <a:solidFill>
                  <a:srgbClr val="17313D"/>
                </a:solidFill>
                <a:latin typeface="Arial"/>
                <a:ea typeface="Arial"/>
                <a:cs typeface="Arial"/>
              </a:defRPr>
            </a:lvl1pPr>
            <a:lvl2pPr>
              <a:defRPr sz="2175" b="1">
                <a:solidFill>
                  <a:srgbClr val="17313D"/>
                </a:solidFill>
                <a:latin typeface="Arial"/>
                <a:ea typeface="Arial"/>
                <a:cs typeface="Arial"/>
              </a:defRPr>
            </a:lvl2pPr>
            <a:lvl3pPr>
              <a:defRPr sz="2175" b="1">
                <a:solidFill>
                  <a:srgbClr val="17313D"/>
                </a:solidFill>
                <a:latin typeface="Arial"/>
                <a:ea typeface="Arial"/>
                <a:cs typeface="Arial"/>
              </a:defRPr>
            </a:lvl3pPr>
            <a:lvl4pPr>
              <a:defRPr sz="2175" b="1">
                <a:solidFill>
                  <a:srgbClr val="17313D"/>
                </a:solidFill>
                <a:latin typeface="Arial"/>
                <a:ea typeface="Arial"/>
                <a:cs typeface="Arial"/>
              </a:defRPr>
            </a:lvl4pPr>
            <a:lvl5pPr>
              <a:defRPr sz="2175" b="1">
                <a:solidFill>
                  <a:srgbClr val="17313D"/>
                </a:solidFill>
                <a:latin typeface="Arial"/>
                <a:ea typeface="Arial"/>
                <a:cs typeface="Arial"/>
              </a:defRPr>
            </a:lvl5pPr>
            <a:lvl6pPr>
              <a:defRPr sz="2175" b="1">
                <a:solidFill>
                  <a:srgbClr val="17313D"/>
                </a:solidFill>
                <a:latin typeface="Arial"/>
                <a:ea typeface="Arial"/>
                <a:cs typeface="Arial"/>
              </a:defRPr>
            </a:lvl6pPr>
            <a:lvl7pPr>
              <a:defRPr sz="2175" b="1">
                <a:solidFill>
                  <a:srgbClr val="17313D"/>
                </a:solidFill>
                <a:latin typeface="Arial"/>
                <a:ea typeface="Arial"/>
                <a:cs typeface="Arial"/>
              </a:defRPr>
            </a:lvl7pPr>
            <a:lvl8pPr>
              <a:defRPr sz="2175" b="1">
                <a:solidFill>
                  <a:srgbClr val="17313D"/>
                </a:solidFill>
                <a:latin typeface="Arial"/>
                <a:ea typeface="Arial"/>
                <a:cs typeface="Arial"/>
              </a:defRPr>
            </a:lvl8pPr>
            <a:lvl9pPr>
              <a:defRPr sz="2175" b="1">
                <a:solidFill>
                  <a:srgbClr val="17313D"/>
                </a:solidFill>
                <a:latin typeface="Arial"/>
                <a:ea typeface="Arial"/>
                <a:cs typeface="Arial"/>
              </a:defRPr>
            </a:lvl9pPr>
          </a:lstStyle>
          <a:p xmlns:a="http://schemas.openxmlformats.org/drawingml/2006/main">
            <a:pPr>
              <a:defRPr sz="2175" b="1">
                <a:solidFill>
                  <a:srgbClr val="17313D"/>
                </a:solidFill>
                <a:latin typeface="Arial"/>
                <a:ea typeface="Arial"/>
                <a:cs typeface="Arial"/>
              </a:defRPr>
            </a:pPr>
            <a:r>
              <a:rPr sz="2175" b="1">
                <a:solidFill>
                  <a:srgbClr val="17313D"/>
                </a:solidFill>
                <a:latin typeface="Arial"/>
                <a:ea typeface="Arial"/>
                <a:cs typeface="Arial"/>
              </a:rPr>
              <a:t>Recorded live evaluation</a:t>
            </a:r>
          </a:p>
        </p:txBody>
      </p:sp>
      <p:sp>
        <p:nvSpPr>
          <p:cNvPr id="10" name="">
            <a:extLst xmlns:a="http://schemas.openxmlformats.org/drawingml/2006/main">
              <a:ext uri="{FF2B5EF4-FFF2-40B4-BE49-F238E27FC236}">
                <a16:creationId xmlns:a16="http://schemas.microsoft.com/office/drawing/2014/main" id="{A800A1C3-64E5-4F13-98A4-47592B8B72EF}"/>
              </a:ext>
            </a:extLst>
          </p:cNvPr>
          <p:cNvSpPr>
            <a:spLocks xmlns:a="http://schemas.openxmlformats.org/drawingml/2006/main" noGrp="1"/>
          </p:cNvSpPr>
          <p:nvPr/>
        </p:nvSpPr>
        <p:spPr>
          <a:xfrm xmlns:a="http://schemas.openxmlformats.org/drawingml/2006/main">
            <a:off x="7953375" y="2143125"/>
            <a:ext cx="3619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177D77"/>
                </a:solidFill>
                <a:latin typeface="Arial"/>
                <a:ea typeface="Arial"/>
                <a:cs typeface="Arial"/>
              </a:defRPr>
            </a:defPPr>
            <a:lvl1pPr>
              <a:defRPr sz="4800" b="1">
                <a:solidFill>
                  <a:srgbClr val="177D77"/>
                </a:solidFill>
                <a:latin typeface="Arial"/>
                <a:ea typeface="Arial"/>
                <a:cs typeface="Arial"/>
              </a:defRPr>
            </a:lvl1pPr>
            <a:lvl2pPr>
              <a:defRPr sz="4800" b="1">
                <a:solidFill>
                  <a:srgbClr val="177D77"/>
                </a:solidFill>
                <a:latin typeface="Arial"/>
                <a:ea typeface="Arial"/>
                <a:cs typeface="Arial"/>
              </a:defRPr>
            </a:lvl2pPr>
            <a:lvl3pPr>
              <a:defRPr sz="4800" b="1">
                <a:solidFill>
                  <a:srgbClr val="177D77"/>
                </a:solidFill>
                <a:latin typeface="Arial"/>
                <a:ea typeface="Arial"/>
                <a:cs typeface="Arial"/>
              </a:defRPr>
            </a:lvl3pPr>
            <a:lvl4pPr>
              <a:defRPr sz="4800" b="1">
                <a:solidFill>
                  <a:srgbClr val="177D77"/>
                </a:solidFill>
                <a:latin typeface="Arial"/>
                <a:ea typeface="Arial"/>
                <a:cs typeface="Arial"/>
              </a:defRPr>
            </a:lvl4pPr>
            <a:lvl5pPr>
              <a:defRPr sz="4800" b="1">
                <a:solidFill>
                  <a:srgbClr val="177D77"/>
                </a:solidFill>
                <a:latin typeface="Arial"/>
                <a:ea typeface="Arial"/>
                <a:cs typeface="Arial"/>
              </a:defRPr>
            </a:lvl5pPr>
            <a:lvl6pPr>
              <a:defRPr sz="4800" b="1">
                <a:solidFill>
                  <a:srgbClr val="177D77"/>
                </a:solidFill>
                <a:latin typeface="Arial"/>
                <a:ea typeface="Arial"/>
                <a:cs typeface="Arial"/>
              </a:defRPr>
            </a:lvl6pPr>
            <a:lvl7pPr>
              <a:defRPr sz="4800" b="1">
                <a:solidFill>
                  <a:srgbClr val="177D77"/>
                </a:solidFill>
                <a:latin typeface="Arial"/>
                <a:ea typeface="Arial"/>
                <a:cs typeface="Arial"/>
              </a:defRPr>
            </a:lvl7pPr>
            <a:lvl8pPr>
              <a:defRPr sz="4800" b="1">
                <a:solidFill>
                  <a:srgbClr val="177D77"/>
                </a:solidFill>
                <a:latin typeface="Arial"/>
                <a:ea typeface="Arial"/>
                <a:cs typeface="Arial"/>
              </a:defRPr>
            </a:lvl8pPr>
            <a:lvl9pPr>
              <a:defRPr sz="4800" b="1">
                <a:solidFill>
                  <a:srgbClr val="177D77"/>
                </a:solidFill>
                <a:latin typeface="Arial"/>
                <a:ea typeface="Arial"/>
                <a:cs typeface="Arial"/>
              </a:defRPr>
            </a:lvl9pPr>
          </a:lstStyle>
          <a:p xmlns:a="http://schemas.openxmlformats.org/drawingml/2006/main">
            <a:pPr>
              <a:defRPr sz="4800" b="1">
                <a:solidFill>
                  <a:srgbClr val="177D77"/>
                </a:solidFill>
                <a:latin typeface="Arial"/>
                <a:ea typeface="Arial"/>
                <a:cs typeface="Arial"/>
              </a:defRPr>
            </a:pPr>
            <a:r>
              <a:rPr sz="4800" b="1">
                <a:solidFill>
                  <a:srgbClr val="177D77"/>
                </a:solidFill>
                <a:latin typeface="Arial"/>
                <a:ea typeface="Arial"/>
                <a:cs typeface="Arial"/>
              </a:rPr>
              <a:t>18 / 18</a:t>
            </a:r>
          </a:p>
        </p:txBody>
      </p:sp>
      <p:sp>
        <p:nvSpPr>
          <p:cNvPr id="11" name="">
            <a:extLst xmlns:a="http://schemas.openxmlformats.org/drawingml/2006/main">
              <a:ext uri="{FF2B5EF4-FFF2-40B4-BE49-F238E27FC236}">
                <a16:creationId xmlns:a16="http://schemas.microsoft.com/office/drawing/2014/main" id="{6DEB1A4F-6889-4F71-8F4E-A44F0579AB51}"/>
              </a:ext>
            </a:extLst>
          </p:cNvPr>
          <p:cNvSpPr>
            <a:spLocks xmlns:a="http://schemas.openxmlformats.org/drawingml/2006/main" noGrp="1"/>
          </p:cNvSpPr>
          <p:nvPr/>
        </p:nvSpPr>
        <p:spPr>
          <a:xfrm xmlns:a="http://schemas.openxmlformats.org/drawingml/2006/main">
            <a:off x="7953375" y="3143250"/>
            <a:ext cx="3619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13D"/>
                </a:solidFill>
                <a:latin typeface="Arial"/>
                <a:ea typeface="Arial"/>
                <a:cs typeface="Arial"/>
              </a:defRPr>
            </a:defPPr>
            <a:lvl1pPr>
              <a:defRPr sz="2025" b="0">
                <a:solidFill>
                  <a:srgbClr val="17313D"/>
                </a:solidFill>
                <a:latin typeface="Arial"/>
                <a:ea typeface="Arial"/>
                <a:cs typeface="Arial"/>
              </a:defRPr>
            </a:lvl1pPr>
            <a:lvl2pPr>
              <a:defRPr sz="2025" b="0">
                <a:solidFill>
                  <a:srgbClr val="17313D"/>
                </a:solidFill>
                <a:latin typeface="Arial"/>
                <a:ea typeface="Arial"/>
                <a:cs typeface="Arial"/>
              </a:defRPr>
            </a:lvl2pPr>
            <a:lvl3pPr>
              <a:defRPr sz="2025" b="0">
                <a:solidFill>
                  <a:srgbClr val="17313D"/>
                </a:solidFill>
                <a:latin typeface="Arial"/>
                <a:ea typeface="Arial"/>
                <a:cs typeface="Arial"/>
              </a:defRPr>
            </a:lvl3pPr>
            <a:lvl4pPr>
              <a:defRPr sz="2025" b="0">
                <a:solidFill>
                  <a:srgbClr val="17313D"/>
                </a:solidFill>
                <a:latin typeface="Arial"/>
                <a:ea typeface="Arial"/>
                <a:cs typeface="Arial"/>
              </a:defRPr>
            </a:lvl4pPr>
            <a:lvl5pPr>
              <a:defRPr sz="2025" b="0">
                <a:solidFill>
                  <a:srgbClr val="17313D"/>
                </a:solidFill>
                <a:latin typeface="Arial"/>
                <a:ea typeface="Arial"/>
                <a:cs typeface="Arial"/>
              </a:defRPr>
            </a:lvl5pPr>
            <a:lvl6pPr>
              <a:defRPr sz="2025" b="0">
                <a:solidFill>
                  <a:srgbClr val="17313D"/>
                </a:solidFill>
                <a:latin typeface="Arial"/>
                <a:ea typeface="Arial"/>
                <a:cs typeface="Arial"/>
              </a:defRPr>
            </a:lvl6pPr>
            <a:lvl7pPr>
              <a:defRPr sz="2025" b="0">
                <a:solidFill>
                  <a:srgbClr val="17313D"/>
                </a:solidFill>
                <a:latin typeface="Arial"/>
                <a:ea typeface="Arial"/>
                <a:cs typeface="Arial"/>
              </a:defRPr>
            </a:lvl7pPr>
            <a:lvl8pPr>
              <a:defRPr sz="2025" b="0">
                <a:solidFill>
                  <a:srgbClr val="17313D"/>
                </a:solidFill>
                <a:latin typeface="Arial"/>
                <a:ea typeface="Arial"/>
                <a:cs typeface="Arial"/>
              </a:defRPr>
            </a:lvl8pPr>
            <a:lvl9pPr>
              <a:defRPr sz="2025" b="0">
                <a:solidFill>
                  <a:srgbClr val="17313D"/>
                </a:solidFill>
                <a:latin typeface="Arial"/>
                <a:ea typeface="Arial"/>
                <a:cs typeface="Arial"/>
              </a:defRPr>
            </a:lvl9pPr>
          </a:lstStyle>
          <a:p xmlns:a="http://schemas.openxmlformats.org/drawingml/2006/main">
            <a:pPr>
              <a:defRPr sz="2025" b="0">
                <a:solidFill>
                  <a:srgbClr val="17313D"/>
                </a:solidFill>
                <a:latin typeface="Arial"/>
                <a:ea typeface="Arial"/>
                <a:cs typeface="Arial"/>
              </a:defRPr>
            </a:pPr>
            <a:r>
              <a:rPr sz="2025" b="0">
                <a:solidFill>
                  <a:srgbClr val="17313D"/>
                </a:solidFill>
                <a:latin typeface="Arial"/>
                <a:ea typeface="Arial"/>
                <a:cs typeface="Arial"/>
              </a:rPr>
              <a:t>answered prompts</a:t>
            </a:r>
          </a:p>
          <a:p xmlns:a="http://schemas.openxmlformats.org/drawingml/2006/main">
            <a:pPr>
              <a:defRPr sz="2025" b="0">
                <a:solidFill>
                  <a:srgbClr val="17313D"/>
                </a:solidFill>
                <a:latin typeface="Arial"/>
                <a:ea typeface="Arial"/>
                <a:cs typeface="Arial"/>
              </a:defRPr>
            </a:pPr>
            <a:r>
              <a:rPr sz="2025" b="0">
                <a:solidFill>
                  <a:srgbClr val="17313D"/>
                </a:solidFill>
                <a:latin typeface="Arial"/>
                <a:ea typeface="Arial"/>
                <a:cs typeface="Arial"/>
              </a:rPr>
              <a:t>6 conversations</a:t>
            </a:r>
          </a:p>
          <a:p xmlns:a="http://schemas.openxmlformats.org/drawingml/2006/main">
            <a:pPr>
              <a:defRPr sz="2025" b="0">
                <a:solidFill>
                  <a:srgbClr val="17313D"/>
                </a:solidFill>
                <a:latin typeface="Arial"/>
                <a:ea typeface="Arial"/>
                <a:cs typeface="Arial"/>
              </a:defRPr>
            </a:pPr>
            <a:r>
              <a:rPr sz="2025" b="0">
                <a:solidFill>
                  <a:srgbClr val="17313D"/>
                </a:solidFill>
                <a:latin typeface="Arial"/>
                <a:ea typeface="Arial"/>
                <a:cs typeface="Arial"/>
              </a:rPr>
              <a:t>20 tool calls, 0 errors</a:t>
            </a:r>
          </a:p>
        </p:txBody>
      </p:sp>
      <p:sp>
        <p:nvSpPr>
          <p:cNvPr id="12" name="">
            <a:extLst xmlns:a="http://schemas.openxmlformats.org/drawingml/2006/main">
              <a:ext uri="{FF2B5EF4-FFF2-40B4-BE49-F238E27FC236}">
                <a16:creationId xmlns:a16="http://schemas.microsoft.com/office/drawing/2014/main" id="{044DC612-A0FB-4C2B-A9CC-DAE15C94FE9B}"/>
              </a:ext>
            </a:extLst>
          </p:cNvPr>
          <p:cNvSpPr>
            <a:spLocks xmlns:a="http://schemas.openxmlformats.org/drawingml/2006/main" noGrp="1"/>
          </p:cNvSpPr>
          <p:nvPr/>
        </p:nvSpPr>
        <p:spPr>
          <a:xfrm xmlns:a="http://schemas.openxmlformats.org/drawingml/2006/main">
            <a:off x="7953375" y="4667250"/>
            <a:ext cx="3619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771"/>
                </a:solidFill>
                <a:latin typeface="Arial"/>
                <a:ea typeface="Arial"/>
                <a:cs typeface="Arial"/>
              </a:defRPr>
            </a:defPPr>
            <a:lvl1pPr>
              <a:defRPr sz="1800" b="0">
                <a:solidFill>
                  <a:srgbClr val="526771"/>
                </a:solidFill>
                <a:latin typeface="Arial"/>
                <a:ea typeface="Arial"/>
                <a:cs typeface="Arial"/>
              </a:defRPr>
            </a:lvl1pPr>
            <a:lvl2pPr>
              <a:defRPr sz="1800" b="0">
                <a:solidFill>
                  <a:srgbClr val="526771"/>
                </a:solidFill>
                <a:latin typeface="Arial"/>
                <a:ea typeface="Arial"/>
                <a:cs typeface="Arial"/>
              </a:defRPr>
            </a:lvl2pPr>
            <a:lvl3pPr>
              <a:defRPr sz="1800" b="0">
                <a:solidFill>
                  <a:srgbClr val="526771"/>
                </a:solidFill>
                <a:latin typeface="Arial"/>
                <a:ea typeface="Arial"/>
                <a:cs typeface="Arial"/>
              </a:defRPr>
            </a:lvl3pPr>
            <a:lvl4pPr>
              <a:defRPr sz="1800" b="0">
                <a:solidFill>
                  <a:srgbClr val="526771"/>
                </a:solidFill>
                <a:latin typeface="Arial"/>
                <a:ea typeface="Arial"/>
                <a:cs typeface="Arial"/>
              </a:defRPr>
            </a:lvl4pPr>
            <a:lvl5pPr>
              <a:defRPr sz="1800" b="0">
                <a:solidFill>
                  <a:srgbClr val="526771"/>
                </a:solidFill>
                <a:latin typeface="Arial"/>
                <a:ea typeface="Arial"/>
                <a:cs typeface="Arial"/>
              </a:defRPr>
            </a:lvl5pPr>
            <a:lvl6pPr>
              <a:defRPr sz="1800" b="0">
                <a:solidFill>
                  <a:srgbClr val="526771"/>
                </a:solidFill>
                <a:latin typeface="Arial"/>
                <a:ea typeface="Arial"/>
                <a:cs typeface="Arial"/>
              </a:defRPr>
            </a:lvl6pPr>
            <a:lvl7pPr>
              <a:defRPr sz="1800" b="0">
                <a:solidFill>
                  <a:srgbClr val="526771"/>
                </a:solidFill>
                <a:latin typeface="Arial"/>
                <a:ea typeface="Arial"/>
                <a:cs typeface="Arial"/>
              </a:defRPr>
            </a:lvl7pPr>
            <a:lvl8pPr>
              <a:defRPr sz="1800" b="0">
                <a:solidFill>
                  <a:srgbClr val="526771"/>
                </a:solidFill>
                <a:latin typeface="Arial"/>
                <a:ea typeface="Arial"/>
                <a:cs typeface="Arial"/>
              </a:defRPr>
            </a:lvl8pPr>
            <a:lvl9pPr>
              <a:defRPr sz="1800" b="0">
                <a:solidFill>
                  <a:srgbClr val="526771"/>
                </a:solidFill>
                <a:latin typeface="Arial"/>
                <a:ea typeface="Arial"/>
                <a:cs typeface="Arial"/>
              </a:defRPr>
            </a:lvl9pPr>
          </a:lstStyle>
          <a:p xmlns:a="http://schemas.openxmlformats.org/drawingml/2006/main">
            <a:pPr>
              <a:defRPr sz="1800" b="0">
                <a:solidFill>
                  <a:srgbClr val="526771"/>
                </a:solidFill>
                <a:latin typeface="Arial"/>
                <a:ea typeface="Arial"/>
                <a:cs typeface="Arial"/>
              </a:defRPr>
            </a:pPr>
            <a:r>
              <a:rPr sz="1800" b="0">
                <a:solidFill>
                  <a:srgbClr val="526771"/>
                </a:solidFill>
                <a:latin typeface="Arial"/>
                <a:ea typeface="Arial"/>
                <a:cs typeface="Arial"/>
              </a:rPr>
              <a:t>Proved with Apple profile.</a:t>
            </a:r>
          </a:p>
          <a:p xmlns:a="http://schemas.openxmlformats.org/drawingml/2006/main">
            <a:pPr>
              <a:defRPr sz="1800" b="0">
                <a:solidFill>
                  <a:srgbClr val="526771"/>
                </a:solidFill>
                <a:latin typeface="Arial"/>
                <a:ea typeface="Arial"/>
                <a:cs typeface="Arial"/>
              </a:defRPr>
            </a:pPr>
            <a:r>
              <a:rPr sz="1800" b="0">
                <a:solidFill>
                  <a:srgbClr val="526771"/>
                </a:solidFill>
                <a:latin typeface="Arial"/>
                <a:ea typeface="Arial"/>
                <a:cs typeface="Arial"/>
              </a:rPr>
              <a:t>Automated evidence checks</a:t>
            </a:r>
          </a:p>
          <a:p xmlns:a="http://schemas.openxmlformats.org/drawingml/2006/main">
            <a:pPr>
              <a:defRPr sz="1800" b="0">
                <a:solidFill>
                  <a:srgbClr val="526771"/>
                </a:solidFill>
                <a:latin typeface="Arial"/>
                <a:ea typeface="Arial"/>
                <a:cs typeface="Arial"/>
              </a:defRPr>
            </a:pPr>
            <a:r>
              <a:rPr sz="1800" b="0">
                <a:solidFill>
                  <a:srgbClr val="526771"/>
                </a:solidFill>
                <a:latin typeface="Arial"/>
                <a:ea typeface="Arial"/>
                <a:cs typeface="Arial"/>
              </a:rPr>
              <a:t>plus completed human review.</a:t>
            </a:r>
          </a:p>
        </p:txBody>
      </p:sp>
    </p:spTree>
    <p:extLst>
      <p:ext uri="{BB962C8B-B14F-4D97-AF65-F5344CB8AC3E}">
        <p14:creationId xmlns:p14="http://schemas.microsoft.com/office/powerpoint/2010/main" val="3394757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2026-10-29T06:38:54.4780000Z</dcterms:created>
  <dcterms:modified xsi:type="dcterms:W3CDTF">2026-10-29T06:38:54.4780000Z</dcterms:modified>
</coreProperties>
</file>